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18"/>
  </p:notesMasterIdLst>
  <p:sldIdLst>
    <p:sldId id="256" r:id="rId2"/>
    <p:sldId id="258" r:id="rId3"/>
    <p:sldId id="259" r:id="rId4"/>
    <p:sldId id="260" r:id="rId5"/>
    <p:sldId id="261" r:id="rId6"/>
    <p:sldId id="266" r:id="rId7"/>
    <p:sldId id="276" r:id="rId8"/>
    <p:sldId id="306" r:id="rId9"/>
    <p:sldId id="272" r:id="rId10"/>
    <p:sldId id="263" r:id="rId11"/>
    <p:sldId id="307" r:id="rId12"/>
    <p:sldId id="278" r:id="rId13"/>
    <p:sldId id="308" r:id="rId14"/>
    <p:sldId id="309" r:id="rId15"/>
    <p:sldId id="310" r:id="rId16"/>
    <p:sldId id="284" r:id="rId17"/>
  </p:sldIdLst>
  <p:sldSz cx="9144000" cy="5143500" type="screen16x9"/>
  <p:notesSz cx="6858000" cy="9144000"/>
  <p:embeddedFontLst>
    <p:embeddedFont>
      <p:font typeface="Didact Gothic" panose="00000500000000000000" pitchFamily="2" charset="0"/>
      <p:regular r:id="rId19"/>
    </p:embeddedFont>
    <p:embeddedFont>
      <p:font typeface="Oswald" panose="00000500000000000000" pitchFamily="2" charset="0"/>
      <p:regular r:id="rId20"/>
      <p:bold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1E0DA"/>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2111D45-0130-4D13-B2B4-BA1159BD8F6C}">
  <a:tblStyle styleId="{E2111D45-0130-4D13-B2B4-BA1159BD8F6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3" d="100"/>
          <a:sy n="143" d="100"/>
        </p:scale>
        <p:origin x="68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aa819d0d9b_0_198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aa819d0d9b_0_19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Table de matière</a:t>
            </a:r>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aa819d0d9b_0_203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aa819d0d9b_0_203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aa819d0d9b_0_198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aa819d0d9b_0_198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aa819d0d9b_0_205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aa819d0d9b_0_205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aa819d0d9b_0_200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aa819d0d9b_0_200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aa819d0d9b_0_209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0" name="Google Shape;990;gaa819d0d9b_0_209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aa819d0d9b_0_200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3" name="Google Shape;923;gaa819d0d9b_0_200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aa819d0d9b_0_217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aa819d0d9b_0_217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gaa819d0d9b_0_20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9" name="Google Shape;1049;gaa819d0d9b_0_20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5"/>
        <p:cNvGrpSpPr/>
        <p:nvPr/>
      </p:nvGrpSpPr>
      <p:grpSpPr>
        <a:xfrm>
          <a:off x="0" y="0"/>
          <a:ext cx="0" cy="0"/>
          <a:chOff x="0" y="0"/>
          <a:chExt cx="0" cy="0"/>
        </a:xfrm>
      </p:grpSpPr>
      <p:sp>
        <p:nvSpPr>
          <p:cNvPr id="1336" name="Google Shape;1336;gaa819d0d9b_0_196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7" name="Google Shape;1337;gaa819d0d9b_0_196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2"/>
          <p:cNvSpPr txBox="1">
            <a:spLocks noGrp="1"/>
          </p:cNvSpPr>
          <p:nvPr>
            <p:ph type="ctrTitle"/>
          </p:nvPr>
        </p:nvSpPr>
        <p:spPr>
          <a:xfrm>
            <a:off x="720001" y="1373825"/>
            <a:ext cx="5666700" cy="21648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7200">
                <a:solidFill>
                  <a:srgbClr val="191919"/>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23" name="Google Shape;23;p2"/>
          <p:cNvSpPr txBox="1">
            <a:spLocks noGrp="1"/>
          </p:cNvSpPr>
          <p:nvPr>
            <p:ph type="subTitle" idx="1"/>
          </p:nvPr>
        </p:nvSpPr>
        <p:spPr>
          <a:xfrm>
            <a:off x="720000" y="3538675"/>
            <a:ext cx="5666700" cy="458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24" name="Google Shape;24;p2"/>
          <p:cNvSpPr txBox="1">
            <a:spLocks noGrp="1"/>
          </p:cNvSpPr>
          <p:nvPr>
            <p:ph type="ctrTitle" idx="2"/>
          </p:nvPr>
        </p:nvSpPr>
        <p:spPr>
          <a:xfrm>
            <a:off x="3920575" y="2940775"/>
            <a:ext cx="1987500" cy="4587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191919"/>
              </a:buClr>
              <a:buSzPts val="5200"/>
              <a:buNone/>
              <a:defRPr sz="2200">
                <a:solidFill>
                  <a:schemeClr val="accent4"/>
                </a:solidFill>
              </a:defRPr>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3"/>
          <p:cNvSpPr txBox="1">
            <a:spLocks noGrp="1"/>
          </p:cNvSpPr>
          <p:nvPr>
            <p:ph type="title"/>
          </p:nvPr>
        </p:nvSpPr>
        <p:spPr>
          <a:xfrm>
            <a:off x="720000" y="2743625"/>
            <a:ext cx="2679900" cy="1203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7" name="Google Shape;27;p3"/>
          <p:cNvSpPr txBox="1">
            <a:spLocks noGrp="1"/>
          </p:cNvSpPr>
          <p:nvPr>
            <p:ph type="title" idx="2" hasCustomPrompt="1"/>
          </p:nvPr>
        </p:nvSpPr>
        <p:spPr>
          <a:xfrm>
            <a:off x="633500" y="540000"/>
            <a:ext cx="2679900" cy="2290200"/>
          </a:xfrm>
          <a:prstGeom prst="rect">
            <a:avLst/>
          </a:prstGeom>
        </p:spPr>
        <p:txBody>
          <a:bodyPr spcFirstLastPara="1" wrap="square" lIns="91425" tIns="91425" rIns="91425" bIns="91425" anchor="b" anchorCtr="0">
            <a:noAutofit/>
          </a:bodyPr>
          <a:lstStyle>
            <a:lvl1pPr lvl="0" rtl="0">
              <a:spcBef>
                <a:spcPts val="0"/>
              </a:spcBef>
              <a:spcAft>
                <a:spcPts val="0"/>
              </a:spcAft>
              <a:buSzPts val="6000"/>
              <a:buNone/>
              <a:defRPr sz="15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8" name="Google Shape;28;p3"/>
          <p:cNvSpPr txBox="1">
            <a:spLocks noGrp="1"/>
          </p:cNvSpPr>
          <p:nvPr>
            <p:ph type="subTitle" idx="1"/>
          </p:nvPr>
        </p:nvSpPr>
        <p:spPr>
          <a:xfrm>
            <a:off x="720025" y="3991200"/>
            <a:ext cx="2679900" cy="612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720000" y="540000"/>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3"/>
        <p:cNvGrpSpPr/>
        <p:nvPr/>
      </p:nvGrpSpPr>
      <p:grpSpPr>
        <a:xfrm>
          <a:off x="0" y="0"/>
          <a:ext cx="0" cy="0"/>
          <a:chOff x="0" y="0"/>
          <a:chExt cx="0" cy="0"/>
        </a:xfrm>
      </p:grpSpPr>
      <p:sp>
        <p:nvSpPr>
          <p:cNvPr id="44" name="Google Shape;44;p8"/>
          <p:cNvSpPr txBox="1">
            <a:spLocks noGrp="1"/>
          </p:cNvSpPr>
          <p:nvPr>
            <p:ph type="title"/>
          </p:nvPr>
        </p:nvSpPr>
        <p:spPr>
          <a:xfrm>
            <a:off x="2026950" y="1390375"/>
            <a:ext cx="50901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7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68"/>
        <p:cNvGrpSpPr/>
        <p:nvPr/>
      </p:nvGrpSpPr>
      <p:grpSpPr>
        <a:xfrm>
          <a:off x="0" y="0"/>
          <a:ext cx="0" cy="0"/>
          <a:chOff x="0" y="0"/>
          <a:chExt cx="0" cy="0"/>
        </a:xfrm>
      </p:grpSpPr>
      <p:sp>
        <p:nvSpPr>
          <p:cNvPr id="69" name="Google Shape;69;p12"/>
          <p:cNvSpPr/>
          <p:nvPr/>
        </p:nvSpPr>
        <p:spPr>
          <a:xfrm>
            <a:off x="10075"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2">
  <p:cSld name="SECTION_HEADER_1">
    <p:spTree>
      <p:nvGrpSpPr>
        <p:cNvPr id="1" name="Shape 70"/>
        <p:cNvGrpSpPr/>
        <p:nvPr/>
      </p:nvGrpSpPr>
      <p:grpSpPr>
        <a:xfrm>
          <a:off x="0" y="0"/>
          <a:ext cx="0" cy="0"/>
          <a:chOff x="0" y="0"/>
          <a:chExt cx="0" cy="0"/>
        </a:xfrm>
      </p:grpSpPr>
      <p:sp>
        <p:nvSpPr>
          <p:cNvPr id="71" name="Google Shape;71;p13"/>
          <p:cNvSpPr txBox="1">
            <a:spLocks noGrp="1"/>
          </p:cNvSpPr>
          <p:nvPr>
            <p:ph type="title"/>
          </p:nvPr>
        </p:nvSpPr>
        <p:spPr>
          <a:xfrm>
            <a:off x="5558126" y="2743625"/>
            <a:ext cx="2865900" cy="12033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72" name="Google Shape;72;p13"/>
          <p:cNvSpPr txBox="1">
            <a:spLocks noGrp="1"/>
          </p:cNvSpPr>
          <p:nvPr>
            <p:ph type="title" idx="2" hasCustomPrompt="1"/>
          </p:nvPr>
        </p:nvSpPr>
        <p:spPr>
          <a:xfrm>
            <a:off x="5795975" y="540000"/>
            <a:ext cx="2679900" cy="2290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6000"/>
              <a:buNone/>
              <a:defRPr sz="15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73" name="Google Shape;73;p13"/>
          <p:cNvSpPr txBox="1">
            <a:spLocks noGrp="1"/>
          </p:cNvSpPr>
          <p:nvPr>
            <p:ph type="subTitle" idx="1"/>
          </p:nvPr>
        </p:nvSpPr>
        <p:spPr>
          <a:xfrm>
            <a:off x="5744113" y="3991200"/>
            <a:ext cx="2679900" cy="612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3">
  <p:cSld name="SECTION_HEADER_1_1">
    <p:spTree>
      <p:nvGrpSpPr>
        <p:cNvPr id="1" name="Shape 74"/>
        <p:cNvGrpSpPr/>
        <p:nvPr/>
      </p:nvGrpSpPr>
      <p:grpSpPr>
        <a:xfrm>
          <a:off x="0" y="0"/>
          <a:ext cx="0" cy="0"/>
          <a:chOff x="0" y="0"/>
          <a:chExt cx="0" cy="0"/>
        </a:xfrm>
      </p:grpSpPr>
      <p:sp>
        <p:nvSpPr>
          <p:cNvPr id="75" name="Google Shape;75;p14"/>
          <p:cNvSpPr txBox="1">
            <a:spLocks noGrp="1"/>
          </p:cNvSpPr>
          <p:nvPr>
            <p:ph type="title"/>
          </p:nvPr>
        </p:nvSpPr>
        <p:spPr>
          <a:xfrm>
            <a:off x="4451813" y="1696150"/>
            <a:ext cx="2679900" cy="12033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76" name="Google Shape;76;p14"/>
          <p:cNvSpPr txBox="1">
            <a:spLocks noGrp="1"/>
          </p:cNvSpPr>
          <p:nvPr>
            <p:ph type="title" idx="2" hasCustomPrompt="1"/>
          </p:nvPr>
        </p:nvSpPr>
        <p:spPr>
          <a:xfrm>
            <a:off x="2012263" y="1655250"/>
            <a:ext cx="2679900" cy="2290200"/>
          </a:xfrm>
          <a:prstGeom prst="rect">
            <a:avLst/>
          </a:prstGeom>
        </p:spPr>
        <p:txBody>
          <a:bodyPr spcFirstLastPara="1" wrap="square" lIns="91425" tIns="91425" rIns="91425" bIns="91425" anchor="b" anchorCtr="0">
            <a:noAutofit/>
          </a:bodyPr>
          <a:lstStyle>
            <a:lvl1pPr lvl="0" rtl="0">
              <a:spcBef>
                <a:spcPts val="0"/>
              </a:spcBef>
              <a:spcAft>
                <a:spcPts val="0"/>
              </a:spcAft>
              <a:buSzPts val="6000"/>
              <a:buNone/>
              <a:defRPr sz="15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77" name="Google Shape;77;p14"/>
          <p:cNvSpPr txBox="1">
            <a:spLocks noGrp="1"/>
          </p:cNvSpPr>
          <p:nvPr>
            <p:ph type="subTitle" idx="1"/>
          </p:nvPr>
        </p:nvSpPr>
        <p:spPr>
          <a:xfrm>
            <a:off x="4451838" y="2943725"/>
            <a:ext cx="2679900" cy="612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78" name="Google Shape;78;p14"/>
          <p:cNvGrpSpPr/>
          <p:nvPr/>
        </p:nvGrpSpPr>
        <p:grpSpPr>
          <a:xfrm>
            <a:off x="1225731" y="1081337"/>
            <a:ext cx="786548" cy="850470"/>
            <a:chOff x="1225731" y="1081337"/>
            <a:chExt cx="786548" cy="850470"/>
          </a:xfrm>
        </p:grpSpPr>
        <p:sp>
          <p:nvSpPr>
            <p:cNvPr id="79" name="Google Shape;79;p14"/>
            <p:cNvSpPr/>
            <p:nvPr/>
          </p:nvSpPr>
          <p:spPr>
            <a:xfrm>
              <a:off x="1477388" y="1081337"/>
              <a:ext cx="283235" cy="850470"/>
            </a:xfrm>
            <a:custGeom>
              <a:avLst/>
              <a:gdLst/>
              <a:ahLst/>
              <a:cxnLst/>
              <a:rect l="l" t="t" r="r" b="b"/>
              <a:pathLst>
                <a:path w="6673" h="20037" extrusionOk="0">
                  <a:moveTo>
                    <a:pt x="3337" y="307"/>
                  </a:moveTo>
                  <a:cubicBezTo>
                    <a:pt x="4980" y="307"/>
                    <a:pt x="6368" y="4754"/>
                    <a:pt x="6368" y="10017"/>
                  </a:cubicBezTo>
                  <a:cubicBezTo>
                    <a:pt x="6368" y="15282"/>
                    <a:pt x="4979" y="19729"/>
                    <a:pt x="3337" y="19729"/>
                  </a:cubicBezTo>
                  <a:cubicBezTo>
                    <a:pt x="1694" y="19729"/>
                    <a:pt x="305" y="15282"/>
                    <a:pt x="305" y="10019"/>
                  </a:cubicBezTo>
                  <a:cubicBezTo>
                    <a:pt x="305" y="4754"/>
                    <a:pt x="1694" y="307"/>
                    <a:pt x="3337" y="307"/>
                  </a:cubicBezTo>
                  <a:close/>
                  <a:moveTo>
                    <a:pt x="3337" y="1"/>
                  </a:moveTo>
                  <a:cubicBezTo>
                    <a:pt x="1465" y="1"/>
                    <a:pt x="0" y="4401"/>
                    <a:pt x="0" y="10020"/>
                  </a:cubicBezTo>
                  <a:cubicBezTo>
                    <a:pt x="0" y="15636"/>
                    <a:pt x="1465" y="20037"/>
                    <a:pt x="3337" y="20037"/>
                  </a:cubicBezTo>
                  <a:cubicBezTo>
                    <a:pt x="5208" y="20037"/>
                    <a:pt x="6673" y="15636"/>
                    <a:pt x="6673" y="10020"/>
                  </a:cubicBezTo>
                  <a:cubicBezTo>
                    <a:pt x="6673" y="4401"/>
                    <a:pt x="5208" y="1"/>
                    <a:pt x="33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4"/>
            <p:cNvSpPr/>
            <p:nvPr/>
          </p:nvSpPr>
          <p:spPr>
            <a:xfrm>
              <a:off x="1225774" y="1269071"/>
              <a:ext cx="786506" cy="474917"/>
            </a:xfrm>
            <a:custGeom>
              <a:avLst/>
              <a:gdLst/>
              <a:ahLst/>
              <a:cxnLst/>
              <a:rect l="l" t="t" r="r" b="b"/>
              <a:pathLst>
                <a:path w="18530" h="11189" extrusionOk="0">
                  <a:moveTo>
                    <a:pt x="15942" y="307"/>
                  </a:moveTo>
                  <a:cubicBezTo>
                    <a:pt x="16916" y="307"/>
                    <a:pt x="17577" y="547"/>
                    <a:pt x="17826" y="1006"/>
                  </a:cubicBezTo>
                  <a:cubicBezTo>
                    <a:pt x="18188" y="1682"/>
                    <a:pt x="17656" y="2838"/>
                    <a:pt x="16367" y="4176"/>
                  </a:cubicBezTo>
                  <a:cubicBezTo>
                    <a:pt x="15020" y="5575"/>
                    <a:pt x="13008" y="7027"/>
                    <a:pt x="10699" y="8265"/>
                  </a:cubicBezTo>
                  <a:cubicBezTo>
                    <a:pt x="8391" y="9502"/>
                    <a:pt x="6066" y="10375"/>
                    <a:pt x="4156" y="10723"/>
                  </a:cubicBezTo>
                  <a:cubicBezTo>
                    <a:pt x="3573" y="10829"/>
                    <a:pt x="3047" y="10881"/>
                    <a:pt x="2591" y="10881"/>
                  </a:cubicBezTo>
                  <a:cubicBezTo>
                    <a:pt x="1616" y="10881"/>
                    <a:pt x="954" y="10643"/>
                    <a:pt x="708" y="10182"/>
                  </a:cubicBezTo>
                  <a:cubicBezTo>
                    <a:pt x="346" y="9507"/>
                    <a:pt x="878" y="8351"/>
                    <a:pt x="2167" y="7012"/>
                  </a:cubicBezTo>
                  <a:cubicBezTo>
                    <a:pt x="3512" y="5614"/>
                    <a:pt x="5524" y="4161"/>
                    <a:pt x="7835" y="2923"/>
                  </a:cubicBezTo>
                  <a:cubicBezTo>
                    <a:pt x="10142" y="1686"/>
                    <a:pt x="12468" y="813"/>
                    <a:pt x="14378" y="465"/>
                  </a:cubicBezTo>
                  <a:cubicBezTo>
                    <a:pt x="14959" y="360"/>
                    <a:pt x="15485" y="307"/>
                    <a:pt x="15942" y="307"/>
                  </a:cubicBezTo>
                  <a:close/>
                  <a:moveTo>
                    <a:pt x="15939" y="1"/>
                  </a:moveTo>
                  <a:cubicBezTo>
                    <a:pt x="15464" y="1"/>
                    <a:pt x="14923" y="55"/>
                    <a:pt x="14323" y="164"/>
                  </a:cubicBezTo>
                  <a:cubicBezTo>
                    <a:pt x="12381" y="518"/>
                    <a:pt x="10026" y="1401"/>
                    <a:pt x="7690" y="2654"/>
                  </a:cubicBezTo>
                  <a:cubicBezTo>
                    <a:pt x="5354" y="3908"/>
                    <a:pt x="3313" y="5379"/>
                    <a:pt x="1943" y="6800"/>
                  </a:cubicBezTo>
                  <a:cubicBezTo>
                    <a:pt x="536" y="8263"/>
                    <a:pt x="1" y="9516"/>
                    <a:pt x="436" y="10328"/>
                  </a:cubicBezTo>
                  <a:cubicBezTo>
                    <a:pt x="742" y="10896"/>
                    <a:pt x="1488" y="11189"/>
                    <a:pt x="2592" y="11189"/>
                  </a:cubicBezTo>
                  <a:cubicBezTo>
                    <a:pt x="3066" y="11189"/>
                    <a:pt x="3607" y="11136"/>
                    <a:pt x="4209" y="11024"/>
                  </a:cubicBezTo>
                  <a:cubicBezTo>
                    <a:pt x="6150" y="10670"/>
                    <a:pt x="8506" y="9787"/>
                    <a:pt x="10842" y="8533"/>
                  </a:cubicBezTo>
                  <a:cubicBezTo>
                    <a:pt x="13178" y="7281"/>
                    <a:pt x="15219" y="5810"/>
                    <a:pt x="16587" y="4387"/>
                  </a:cubicBezTo>
                  <a:cubicBezTo>
                    <a:pt x="17995" y="2925"/>
                    <a:pt x="18530" y="1673"/>
                    <a:pt x="18094" y="860"/>
                  </a:cubicBezTo>
                  <a:cubicBezTo>
                    <a:pt x="17791" y="293"/>
                    <a:pt x="17044" y="1"/>
                    <a:pt x="159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4"/>
            <p:cNvSpPr/>
            <p:nvPr/>
          </p:nvSpPr>
          <p:spPr>
            <a:xfrm>
              <a:off x="1225731" y="1269071"/>
              <a:ext cx="786506" cy="474917"/>
            </a:xfrm>
            <a:custGeom>
              <a:avLst/>
              <a:gdLst/>
              <a:ahLst/>
              <a:cxnLst/>
              <a:rect l="l" t="t" r="r" b="b"/>
              <a:pathLst>
                <a:path w="18530" h="11189" extrusionOk="0">
                  <a:moveTo>
                    <a:pt x="2590" y="307"/>
                  </a:moveTo>
                  <a:cubicBezTo>
                    <a:pt x="3046" y="307"/>
                    <a:pt x="3571" y="360"/>
                    <a:pt x="4152" y="465"/>
                  </a:cubicBezTo>
                  <a:cubicBezTo>
                    <a:pt x="6064" y="813"/>
                    <a:pt x="8388" y="1686"/>
                    <a:pt x="10695" y="2923"/>
                  </a:cubicBezTo>
                  <a:cubicBezTo>
                    <a:pt x="13004" y="4161"/>
                    <a:pt x="15018" y="5612"/>
                    <a:pt x="16365" y="7012"/>
                  </a:cubicBezTo>
                  <a:cubicBezTo>
                    <a:pt x="17652" y="8351"/>
                    <a:pt x="18184" y="9505"/>
                    <a:pt x="17822" y="10182"/>
                  </a:cubicBezTo>
                  <a:cubicBezTo>
                    <a:pt x="17576" y="10643"/>
                    <a:pt x="16914" y="10881"/>
                    <a:pt x="15939" y="10881"/>
                  </a:cubicBezTo>
                  <a:cubicBezTo>
                    <a:pt x="15483" y="10881"/>
                    <a:pt x="14957" y="10829"/>
                    <a:pt x="14374" y="10723"/>
                  </a:cubicBezTo>
                  <a:cubicBezTo>
                    <a:pt x="12464" y="10375"/>
                    <a:pt x="10140" y="9502"/>
                    <a:pt x="7831" y="8265"/>
                  </a:cubicBezTo>
                  <a:cubicBezTo>
                    <a:pt x="5524" y="7026"/>
                    <a:pt x="3510" y="5576"/>
                    <a:pt x="2163" y="4176"/>
                  </a:cubicBezTo>
                  <a:cubicBezTo>
                    <a:pt x="874" y="2838"/>
                    <a:pt x="342" y="1682"/>
                    <a:pt x="706" y="1006"/>
                  </a:cubicBezTo>
                  <a:cubicBezTo>
                    <a:pt x="951" y="544"/>
                    <a:pt x="1614" y="307"/>
                    <a:pt x="2590" y="307"/>
                  </a:cubicBezTo>
                  <a:close/>
                  <a:moveTo>
                    <a:pt x="2592" y="1"/>
                  </a:moveTo>
                  <a:cubicBezTo>
                    <a:pt x="1487" y="1"/>
                    <a:pt x="741" y="293"/>
                    <a:pt x="436" y="860"/>
                  </a:cubicBezTo>
                  <a:cubicBezTo>
                    <a:pt x="0" y="1673"/>
                    <a:pt x="535" y="2925"/>
                    <a:pt x="1943" y="4387"/>
                  </a:cubicBezTo>
                  <a:cubicBezTo>
                    <a:pt x="3313" y="5810"/>
                    <a:pt x="5352" y="7281"/>
                    <a:pt x="7688" y="8533"/>
                  </a:cubicBezTo>
                  <a:cubicBezTo>
                    <a:pt x="10024" y="9787"/>
                    <a:pt x="12380" y="10672"/>
                    <a:pt x="14323" y="11024"/>
                  </a:cubicBezTo>
                  <a:cubicBezTo>
                    <a:pt x="14923" y="11133"/>
                    <a:pt x="15464" y="11189"/>
                    <a:pt x="15938" y="11189"/>
                  </a:cubicBezTo>
                  <a:cubicBezTo>
                    <a:pt x="17043" y="11189"/>
                    <a:pt x="17791" y="10896"/>
                    <a:pt x="18094" y="10328"/>
                  </a:cubicBezTo>
                  <a:cubicBezTo>
                    <a:pt x="18529" y="9516"/>
                    <a:pt x="17994" y="8262"/>
                    <a:pt x="16587" y="6800"/>
                  </a:cubicBezTo>
                  <a:cubicBezTo>
                    <a:pt x="15217" y="5379"/>
                    <a:pt x="13177" y="3908"/>
                    <a:pt x="10841" y="2654"/>
                  </a:cubicBezTo>
                  <a:cubicBezTo>
                    <a:pt x="8505" y="1401"/>
                    <a:pt x="6149" y="517"/>
                    <a:pt x="4207" y="164"/>
                  </a:cubicBezTo>
                  <a:cubicBezTo>
                    <a:pt x="3607" y="55"/>
                    <a:pt x="3066" y="1"/>
                    <a:pt x="259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4"/>
            <p:cNvSpPr/>
            <p:nvPr/>
          </p:nvSpPr>
          <p:spPr>
            <a:xfrm>
              <a:off x="1799460" y="1243646"/>
              <a:ext cx="76656" cy="76613"/>
            </a:xfrm>
            <a:custGeom>
              <a:avLst/>
              <a:gdLst/>
              <a:ahLst/>
              <a:cxnLst/>
              <a:rect l="l" t="t" r="r" b="b"/>
              <a:pathLst>
                <a:path w="1806" h="1805" extrusionOk="0">
                  <a:moveTo>
                    <a:pt x="904" y="0"/>
                  </a:moveTo>
                  <a:cubicBezTo>
                    <a:pt x="403" y="0"/>
                    <a:pt x="1" y="404"/>
                    <a:pt x="1" y="902"/>
                  </a:cubicBezTo>
                  <a:cubicBezTo>
                    <a:pt x="1" y="1402"/>
                    <a:pt x="403" y="1804"/>
                    <a:pt x="904" y="1804"/>
                  </a:cubicBezTo>
                  <a:cubicBezTo>
                    <a:pt x="1403" y="1804"/>
                    <a:pt x="1805" y="1399"/>
                    <a:pt x="1805" y="902"/>
                  </a:cubicBezTo>
                  <a:cubicBezTo>
                    <a:pt x="1805" y="404"/>
                    <a:pt x="1401" y="0"/>
                    <a:pt x="90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4"/>
            <p:cNvSpPr/>
            <p:nvPr/>
          </p:nvSpPr>
          <p:spPr>
            <a:xfrm>
              <a:off x="1761175" y="1685754"/>
              <a:ext cx="76656" cy="76613"/>
            </a:xfrm>
            <a:custGeom>
              <a:avLst/>
              <a:gdLst/>
              <a:ahLst/>
              <a:cxnLst/>
              <a:rect l="l" t="t" r="r" b="b"/>
              <a:pathLst>
                <a:path w="1806" h="1805" extrusionOk="0">
                  <a:moveTo>
                    <a:pt x="903" y="0"/>
                  </a:moveTo>
                  <a:cubicBezTo>
                    <a:pt x="404" y="0"/>
                    <a:pt x="0" y="406"/>
                    <a:pt x="0" y="903"/>
                  </a:cubicBezTo>
                  <a:cubicBezTo>
                    <a:pt x="0" y="1402"/>
                    <a:pt x="404" y="1804"/>
                    <a:pt x="903" y="1804"/>
                  </a:cubicBezTo>
                  <a:cubicBezTo>
                    <a:pt x="1402" y="1804"/>
                    <a:pt x="1806" y="1402"/>
                    <a:pt x="1806" y="903"/>
                  </a:cubicBezTo>
                  <a:cubicBezTo>
                    <a:pt x="1806" y="403"/>
                    <a:pt x="1402" y="0"/>
                    <a:pt x="9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4"/>
            <p:cNvSpPr/>
            <p:nvPr/>
          </p:nvSpPr>
          <p:spPr>
            <a:xfrm>
              <a:off x="1492031" y="1143476"/>
              <a:ext cx="76613" cy="76656"/>
            </a:xfrm>
            <a:custGeom>
              <a:avLst/>
              <a:gdLst/>
              <a:ahLst/>
              <a:cxnLst/>
              <a:rect l="l" t="t" r="r" b="b"/>
              <a:pathLst>
                <a:path w="1805" h="1806" extrusionOk="0">
                  <a:moveTo>
                    <a:pt x="902" y="0"/>
                  </a:moveTo>
                  <a:cubicBezTo>
                    <a:pt x="403" y="0"/>
                    <a:pt x="1" y="404"/>
                    <a:pt x="1" y="903"/>
                  </a:cubicBezTo>
                  <a:cubicBezTo>
                    <a:pt x="1" y="1402"/>
                    <a:pt x="404" y="1806"/>
                    <a:pt x="902" y="1806"/>
                  </a:cubicBezTo>
                  <a:cubicBezTo>
                    <a:pt x="1402" y="1806"/>
                    <a:pt x="1805" y="1400"/>
                    <a:pt x="1805" y="903"/>
                  </a:cubicBezTo>
                  <a:cubicBezTo>
                    <a:pt x="1805" y="404"/>
                    <a:pt x="1399" y="2"/>
                    <a:pt x="9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4"/>
            <p:cNvSpPr/>
            <p:nvPr/>
          </p:nvSpPr>
          <p:spPr>
            <a:xfrm>
              <a:off x="1562066" y="1449674"/>
              <a:ext cx="113795" cy="113880"/>
            </a:xfrm>
            <a:custGeom>
              <a:avLst/>
              <a:gdLst/>
              <a:ahLst/>
              <a:cxnLst/>
              <a:rect l="l" t="t" r="r" b="b"/>
              <a:pathLst>
                <a:path w="2681" h="2683" extrusionOk="0">
                  <a:moveTo>
                    <a:pt x="1342" y="305"/>
                  </a:moveTo>
                  <a:cubicBezTo>
                    <a:pt x="1912" y="305"/>
                    <a:pt x="2376" y="769"/>
                    <a:pt x="2376" y="1341"/>
                  </a:cubicBezTo>
                  <a:cubicBezTo>
                    <a:pt x="2376" y="1910"/>
                    <a:pt x="1912" y="2375"/>
                    <a:pt x="1342" y="2375"/>
                  </a:cubicBezTo>
                  <a:cubicBezTo>
                    <a:pt x="771" y="2375"/>
                    <a:pt x="307" y="1910"/>
                    <a:pt x="307" y="1341"/>
                  </a:cubicBezTo>
                  <a:cubicBezTo>
                    <a:pt x="307" y="769"/>
                    <a:pt x="771" y="305"/>
                    <a:pt x="1342" y="305"/>
                  </a:cubicBezTo>
                  <a:close/>
                  <a:moveTo>
                    <a:pt x="1342" y="1"/>
                  </a:moveTo>
                  <a:cubicBezTo>
                    <a:pt x="601" y="1"/>
                    <a:pt x="1" y="604"/>
                    <a:pt x="1" y="1342"/>
                  </a:cubicBezTo>
                  <a:cubicBezTo>
                    <a:pt x="1" y="2081"/>
                    <a:pt x="604" y="2682"/>
                    <a:pt x="1342" y="2682"/>
                  </a:cubicBezTo>
                  <a:cubicBezTo>
                    <a:pt x="2081" y="2682"/>
                    <a:pt x="2681" y="2079"/>
                    <a:pt x="2681" y="1342"/>
                  </a:cubicBezTo>
                  <a:cubicBezTo>
                    <a:pt x="2681" y="602"/>
                    <a:pt x="2082" y="1"/>
                    <a:pt x="134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 name="Google Shape;86;p14"/>
          <p:cNvGrpSpPr/>
          <p:nvPr/>
        </p:nvGrpSpPr>
        <p:grpSpPr>
          <a:xfrm>
            <a:off x="6839149" y="3253536"/>
            <a:ext cx="852677" cy="1049183"/>
            <a:chOff x="6839149" y="3253536"/>
            <a:chExt cx="852677" cy="1049183"/>
          </a:xfrm>
        </p:grpSpPr>
        <p:sp>
          <p:nvSpPr>
            <p:cNvPr id="87" name="Google Shape;87;p14"/>
            <p:cNvSpPr/>
            <p:nvPr/>
          </p:nvSpPr>
          <p:spPr>
            <a:xfrm rot="983957">
              <a:off x="7066194" y="3338593"/>
              <a:ext cx="620582" cy="125192"/>
            </a:xfrm>
            <a:custGeom>
              <a:avLst/>
              <a:gdLst/>
              <a:ahLst/>
              <a:cxnLst/>
              <a:rect l="l" t="t" r="r" b="b"/>
              <a:pathLst>
                <a:path w="13845" h="2793" extrusionOk="0">
                  <a:moveTo>
                    <a:pt x="2792" y="0"/>
                  </a:moveTo>
                  <a:cubicBezTo>
                    <a:pt x="1249" y="0"/>
                    <a:pt x="1" y="1251"/>
                    <a:pt x="1" y="2793"/>
                  </a:cubicBezTo>
                  <a:lnTo>
                    <a:pt x="13844" y="2793"/>
                  </a:lnTo>
                  <a:cubicBezTo>
                    <a:pt x="13844" y="1251"/>
                    <a:pt x="12595" y="0"/>
                    <a:pt x="110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4"/>
            <p:cNvSpPr/>
            <p:nvPr/>
          </p:nvSpPr>
          <p:spPr>
            <a:xfrm rot="983957">
              <a:off x="6844195" y="4092450"/>
              <a:ext cx="620716" cy="125192"/>
            </a:xfrm>
            <a:custGeom>
              <a:avLst/>
              <a:gdLst/>
              <a:ahLst/>
              <a:cxnLst/>
              <a:rect l="l" t="t" r="r" b="b"/>
              <a:pathLst>
                <a:path w="13848" h="2793" extrusionOk="0">
                  <a:moveTo>
                    <a:pt x="1" y="1"/>
                  </a:moveTo>
                  <a:cubicBezTo>
                    <a:pt x="1" y="1544"/>
                    <a:pt x="1252" y="2792"/>
                    <a:pt x="2794" y="2792"/>
                  </a:cubicBezTo>
                  <a:lnTo>
                    <a:pt x="11054" y="2792"/>
                  </a:lnTo>
                  <a:cubicBezTo>
                    <a:pt x="12598" y="2792"/>
                    <a:pt x="13847" y="1544"/>
                    <a:pt x="138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4"/>
            <p:cNvSpPr/>
            <p:nvPr/>
          </p:nvSpPr>
          <p:spPr>
            <a:xfrm rot="983957">
              <a:off x="6956285" y="3440942"/>
              <a:ext cx="618520" cy="674415"/>
            </a:xfrm>
            <a:custGeom>
              <a:avLst/>
              <a:gdLst/>
              <a:ahLst/>
              <a:cxnLst/>
              <a:rect l="l" t="t" r="r" b="b"/>
              <a:pathLst>
                <a:path w="13799" h="15046" extrusionOk="0">
                  <a:moveTo>
                    <a:pt x="13434" y="310"/>
                  </a:moveTo>
                  <a:cubicBezTo>
                    <a:pt x="12370" y="3909"/>
                    <a:pt x="10554" y="6225"/>
                    <a:pt x="7886" y="7386"/>
                  </a:cubicBezTo>
                  <a:cubicBezTo>
                    <a:pt x="7830" y="7408"/>
                    <a:pt x="7794" y="7464"/>
                    <a:pt x="7794" y="7524"/>
                  </a:cubicBezTo>
                  <a:cubicBezTo>
                    <a:pt x="7794" y="7585"/>
                    <a:pt x="7830" y="7639"/>
                    <a:pt x="7886" y="7664"/>
                  </a:cubicBezTo>
                  <a:cubicBezTo>
                    <a:pt x="10554" y="8822"/>
                    <a:pt x="12370" y="11140"/>
                    <a:pt x="13434" y="14741"/>
                  </a:cubicBezTo>
                  <a:lnTo>
                    <a:pt x="365" y="14741"/>
                  </a:lnTo>
                  <a:cubicBezTo>
                    <a:pt x="1428" y="11140"/>
                    <a:pt x="3245" y="8825"/>
                    <a:pt x="5913" y="7664"/>
                  </a:cubicBezTo>
                  <a:cubicBezTo>
                    <a:pt x="5970" y="7642"/>
                    <a:pt x="6007" y="7585"/>
                    <a:pt x="6007" y="7524"/>
                  </a:cubicBezTo>
                  <a:cubicBezTo>
                    <a:pt x="6007" y="7464"/>
                    <a:pt x="5970" y="7410"/>
                    <a:pt x="5913" y="7386"/>
                  </a:cubicBezTo>
                  <a:cubicBezTo>
                    <a:pt x="3245" y="6225"/>
                    <a:pt x="1429" y="3909"/>
                    <a:pt x="365" y="310"/>
                  </a:cubicBezTo>
                  <a:close/>
                  <a:moveTo>
                    <a:pt x="160" y="1"/>
                  </a:moveTo>
                  <a:cubicBezTo>
                    <a:pt x="110" y="1"/>
                    <a:pt x="65" y="23"/>
                    <a:pt x="38" y="61"/>
                  </a:cubicBezTo>
                  <a:cubicBezTo>
                    <a:pt x="10" y="99"/>
                    <a:pt x="0" y="148"/>
                    <a:pt x="13" y="194"/>
                  </a:cubicBezTo>
                  <a:cubicBezTo>
                    <a:pt x="1055" y="3860"/>
                    <a:pt x="2846" y="6260"/>
                    <a:pt x="5482" y="7523"/>
                  </a:cubicBezTo>
                  <a:cubicBezTo>
                    <a:pt x="2846" y="8784"/>
                    <a:pt x="1055" y="11187"/>
                    <a:pt x="13" y="14851"/>
                  </a:cubicBezTo>
                  <a:cubicBezTo>
                    <a:pt x="0" y="14896"/>
                    <a:pt x="10" y="14947"/>
                    <a:pt x="38" y="14985"/>
                  </a:cubicBezTo>
                  <a:cubicBezTo>
                    <a:pt x="68" y="15022"/>
                    <a:pt x="110" y="15045"/>
                    <a:pt x="160" y="15045"/>
                  </a:cubicBezTo>
                  <a:lnTo>
                    <a:pt x="13637" y="15045"/>
                  </a:lnTo>
                  <a:cubicBezTo>
                    <a:pt x="13687" y="15045"/>
                    <a:pt x="13731" y="15022"/>
                    <a:pt x="13761" y="14985"/>
                  </a:cubicBezTo>
                  <a:cubicBezTo>
                    <a:pt x="13788" y="14947"/>
                    <a:pt x="13799" y="14896"/>
                    <a:pt x="13785" y="14851"/>
                  </a:cubicBezTo>
                  <a:cubicBezTo>
                    <a:pt x="12744" y="11185"/>
                    <a:pt x="10951" y="8784"/>
                    <a:pt x="8315" y="7523"/>
                  </a:cubicBezTo>
                  <a:cubicBezTo>
                    <a:pt x="10950" y="6260"/>
                    <a:pt x="12740" y="3860"/>
                    <a:pt x="13785" y="194"/>
                  </a:cubicBezTo>
                  <a:cubicBezTo>
                    <a:pt x="13799" y="148"/>
                    <a:pt x="13788" y="99"/>
                    <a:pt x="13761" y="61"/>
                  </a:cubicBezTo>
                  <a:cubicBezTo>
                    <a:pt x="13731" y="23"/>
                    <a:pt x="13687" y="1"/>
                    <a:pt x="13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4"/>
            <p:cNvSpPr/>
            <p:nvPr/>
          </p:nvSpPr>
          <p:spPr>
            <a:xfrm rot="983957">
              <a:off x="7048374" y="3599106"/>
              <a:ext cx="410449" cy="439271"/>
            </a:xfrm>
            <a:custGeom>
              <a:avLst/>
              <a:gdLst/>
              <a:ahLst/>
              <a:cxnLst/>
              <a:rect l="l" t="t" r="r" b="b"/>
              <a:pathLst>
                <a:path w="9157" h="9800" extrusionOk="0">
                  <a:moveTo>
                    <a:pt x="3876" y="0"/>
                  </a:moveTo>
                  <a:cubicBezTo>
                    <a:pt x="3786" y="0"/>
                    <a:pt x="3696" y="1"/>
                    <a:pt x="3606" y="3"/>
                  </a:cubicBezTo>
                  <a:cubicBezTo>
                    <a:pt x="2851" y="21"/>
                    <a:pt x="2044" y="88"/>
                    <a:pt x="1407" y="470"/>
                  </a:cubicBezTo>
                  <a:cubicBezTo>
                    <a:pt x="1636" y="749"/>
                    <a:pt x="1997" y="1077"/>
                    <a:pt x="2347" y="1370"/>
                  </a:cubicBezTo>
                  <a:cubicBezTo>
                    <a:pt x="3524" y="2351"/>
                    <a:pt x="4193" y="3841"/>
                    <a:pt x="4040" y="5365"/>
                  </a:cubicBezTo>
                  <a:cubicBezTo>
                    <a:pt x="4040" y="5379"/>
                    <a:pt x="4037" y="5394"/>
                    <a:pt x="4035" y="5409"/>
                  </a:cubicBezTo>
                  <a:cubicBezTo>
                    <a:pt x="2272" y="6208"/>
                    <a:pt x="938" y="7654"/>
                    <a:pt x="0" y="9799"/>
                  </a:cubicBezTo>
                  <a:lnTo>
                    <a:pt x="9156" y="9799"/>
                  </a:lnTo>
                  <a:cubicBezTo>
                    <a:pt x="8219" y="7651"/>
                    <a:pt x="6885" y="6208"/>
                    <a:pt x="5119" y="5409"/>
                  </a:cubicBezTo>
                  <a:cubicBezTo>
                    <a:pt x="5092" y="5166"/>
                    <a:pt x="5081" y="4923"/>
                    <a:pt x="5089" y="4682"/>
                  </a:cubicBezTo>
                  <a:cubicBezTo>
                    <a:pt x="5122" y="3433"/>
                    <a:pt x="5773" y="2299"/>
                    <a:pt x="6733" y="1499"/>
                  </a:cubicBezTo>
                  <a:cubicBezTo>
                    <a:pt x="7033" y="1249"/>
                    <a:pt x="7315" y="973"/>
                    <a:pt x="7578" y="669"/>
                  </a:cubicBezTo>
                  <a:lnTo>
                    <a:pt x="7578" y="669"/>
                  </a:lnTo>
                  <a:cubicBezTo>
                    <a:pt x="7563" y="670"/>
                    <a:pt x="7551" y="673"/>
                    <a:pt x="7536" y="673"/>
                  </a:cubicBezTo>
                  <a:cubicBezTo>
                    <a:pt x="7440" y="681"/>
                    <a:pt x="7343" y="685"/>
                    <a:pt x="7247" y="685"/>
                  </a:cubicBezTo>
                  <a:cubicBezTo>
                    <a:pt x="6813" y="685"/>
                    <a:pt x="6381" y="606"/>
                    <a:pt x="5966" y="477"/>
                  </a:cubicBezTo>
                  <a:cubicBezTo>
                    <a:pt x="5514" y="333"/>
                    <a:pt x="5077" y="135"/>
                    <a:pt x="4612" y="52"/>
                  </a:cubicBezTo>
                  <a:cubicBezTo>
                    <a:pt x="4367" y="9"/>
                    <a:pt x="4122" y="0"/>
                    <a:pt x="387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4"/>
            <p:cNvSpPr/>
            <p:nvPr/>
          </p:nvSpPr>
          <p:spPr>
            <a:xfrm rot="983957">
              <a:off x="7062209" y="3449023"/>
              <a:ext cx="204485" cy="245185"/>
            </a:xfrm>
            <a:custGeom>
              <a:avLst/>
              <a:gdLst/>
              <a:ahLst/>
              <a:cxnLst/>
              <a:rect l="l" t="t" r="r" b="b"/>
              <a:pathLst>
                <a:path w="4562" h="5470" extrusionOk="0">
                  <a:moveTo>
                    <a:pt x="171" y="1"/>
                  </a:moveTo>
                  <a:cubicBezTo>
                    <a:pt x="156" y="1"/>
                    <a:pt x="142" y="3"/>
                    <a:pt x="127" y="7"/>
                  </a:cubicBezTo>
                  <a:cubicBezTo>
                    <a:pt x="46" y="31"/>
                    <a:pt x="0" y="116"/>
                    <a:pt x="25" y="197"/>
                  </a:cubicBezTo>
                  <a:cubicBezTo>
                    <a:pt x="591" y="2066"/>
                    <a:pt x="1592" y="4355"/>
                    <a:pt x="4332" y="5457"/>
                  </a:cubicBezTo>
                  <a:cubicBezTo>
                    <a:pt x="4350" y="5465"/>
                    <a:pt x="4370" y="5469"/>
                    <a:pt x="4388" y="5469"/>
                  </a:cubicBezTo>
                  <a:cubicBezTo>
                    <a:pt x="4448" y="5469"/>
                    <a:pt x="4507" y="5433"/>
                    <a:pt x="4529" y="5373"/>
                  </a:cubicBezTo>
                  <a:cubicBezTo>
                    <a:pt x="4561" y="5293"/>
                    <a:pt x="4523" y="5205"/>
                    <a:pt x="4445" y="5172"/>
                  </a:cubicBezTo>
                  <a:cubicBezTo>
                    <a:pt x="1826" y="4120"/>
                    <a:pt x="863" y="1914"/>
                    <a:pt x="317" y="108"/>
                  </a:cubicBezTo>
                  <a:cubicBezTo>
                    <a:pt x="296" y="43"/>
                    <a:pt x="236" y="1"/>
                    <a:pt x="171" y="1"/>
                  </a:cubicBezTo>
                  <a:close/>
                </a:path>
              </a:pathLst>
            </a:custGeom>
            <a:solidFill>
              <a:srgbClr val="F9FB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4"/>
            <p:cNvSpPr/>
            <p:nvPr/>
          </p:nvSpPr>
          <p:spPr>
            <a:xfrm rot="983957">
              <a:off x="6950793" y="3901166"/>
              <a:ext cx="56029" cy="105559"/>
            </a:xfrm>
            <a:custGeom>
              <a:avLst/>
              <a:gdLst/>
              <a:ahLst/>
              <a:cxnLst/>
              <a:rect l="l" t="t" r="r" b="b"/>
              <a:pathLst>
                <a:path w="1250" h="2355" extrusionOk="0">
                  <a:moveTo>
                    <a:pt x="1075" y="1"/>
                  </a:moveTo>
                  <a:cubicBezTo>
                    <a:pt x="1022" y="1"/>
                    <a:pt x="970" y="28"/>
                    <a:pt x="942" y="78"/>
                  </a:cubicBezTo>
                  <a:cubicBezTo>
                    <a:pt x="581" y="705"/>
                    <a:pt x="272" y="1404"/>
                    <a:pt x="26" y="2156"/>
                  </a:cubicBezTo>
                  <a:cubicBezTo>
                    <a:pt x="0" y="2234"/>
                    <a:pt x="44" y="2322"/>
                    <a:pt x="124" y="2347"/>
                  </a:cubicBezTo>
                  <a:cubicBezTo>
                    <a:pt x="139" y="2353"/>
                    <a:pt x="157" y="2355"/>
                    <a:pt x="172" y="2355"/>
                  </a:cubicBezTo>
                  <a:cubicBezTo>
                    <a:pt x="236" y="2355"/>
                    <a:pt x="296" y="2314"/>
                    <a:pt x="318" y="2249"/>
                  </a:cubicBezTo>
                  <a:cubicBezTo>
                    <a:pt x="557" y="1518"/>
                    <a:pt x="855" y="840"/>
                    <a:pt x="1208" y="230"/>
                  </a:cubicBezTo>
                  <a:cubicBezTo>
                    <a:pt x="1250" y="156"/>
                    <a:pt x="1224" y="62"/>
                    <a:pt x="1152" y="20"/>
                  </a:cubicBezTo>
                  <a:cubicBezTo>
                    <a:pt x="1128" y="7"/>
                    <a:pt x="1101" y="1"/>
                    <a:pt x="1075" y="1"/>
                  </a:cubicBezTo>
                  <a:close/>
                </a:path>
              </a:pathLst>
            </a:custGeom>
            <a:solidFill>
              <a:srgbClr val="F9FB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4"/>
            <p:cNvSpPr/>
            <p:nvPr/>
          </p:nvSpPr>
          <p:spPr>
            <a:xfrm rot="983957">
              <a:off x="7084248" y="3794312"/>
              <a:ext cx="109818" cy="88168"/>
            </a:xfrm>
            <a:custGeom>
              <a:avLst/>
              <a:gdLst/>
              <a:ahLst/>
              <a:cxnLst/>
              <a:rect l="l" t="t" r="r" b="b"/>
              <a:pathLst>
                <a:path w="2450" h="1967" extrusionOk="0">
                  <a:moveTo>
                    <a:pt x="2275" y="0"/>
                  </a:moveTo>
                  <a:cubicBezTo>
                    <a:pt x="2250" y="0"/>
                    <a:pt x="2224" y="7"/>
                    <a:pt x="2199" y="21"/>
                  </a:cubicBezTo>
                  <a:cubicBezTo>
                    <a:pt x="1391" y="483"/>
                    <a:pt x="670" y="1053"/>
                    <a:pt x="59" y="1709"/>
                  </a:cubicBezTo>
                  <a:cubicBezTo>
                    <a:pt x="0" y="1770"/>
                    <a:pt x="5" y="1867"/>
                    <a:pt x="67" y="1926"/>
                  </a:cubicBezTo>
                  <a:cubicBezTo>
                    <a:pt x="95" y="1953"/>
                    <a:pt x="133" y="1966"/>
                    <a:pt x="171" y="1966"/>
                  </a:cubicBezTo>
                  <a:cubicBezTo>
                    <a:pt x="211" y="1966"/>
                    <a:pt x="251" y="1950"/>
                    <a:pt x="284" y="1918"/>
                  </a:cubicBezTo>
                  <a:cubicBezTo>
                    <a:pt x="873" y="1285"/>
                    <a:pt x="1568" y="735"/>
                    <a:pt x="2352" y="286"/>
                  </a:cubicBezTo>
                  <a:cubicBezTo>
                    <a:pt x="2425" y="242"/>
                    <a:pt x="2450" y="150"/>
                    <a:pt x="2409" y="76"/>
                  </a:cubicBezTo>
                  <a:cubicBezTo>
                    <a:pt x="2379" y="28"/>
                    <a:pt x="2328" y="0"/>
                    <a:pt x="2275" y="0"/>
                  </a:cubicBezTo>
                  <a:close/>
                </a:path>
              </a:pathLst>
            </a:custGeom>
            <a:solidFill>
              <a:srgbClr val="F9FB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 name="Google Shape;94;p14"/>
          <p:cNvGrpSpPr/>
          <p:nvPr/>
        </p:nvGrpSpPr>
        <p:grpSpPr>
          <a:xfrm>
            <a:off x="2072663" y="979825"/>
            <a:ext cx="101550" cy="101500"/>
            <a:chOff x="3258600" y="2392325"/>
            <a:chExt cx="101550" cy="101500"/>
          </a:xfrm>
        </p:grpSpPr>
        <p:sp>
          <p:nvSpPr>
            <p:cNvPr id="95" name="Google Shape;95;p14"/>
            <p:cNvSpPr/>
            <p:nvPr/>
          </p:nvSpPr>
          <p:spPr>
            <a:xfrm>
              <a:off x="3258600" y="2435000"/>
              <a:ext cx="101550" cy="16225"/>
            </a:xfrm>
            <a:custGeom>
              <a:avLst/>
              <a:gdLst/>
              <a:ahLst/>
              <a:cxnLst/>
              <a:rect l="l" t="t" r="r" b="b"/>
              <a:pathLst>
                <a:path w="4062" h="649" extrusionOk="0">
                  <a:moveTo>
                    <a:pt x="324" y="1"/>
                  </a:moveTo>
                  <a:cubicBezTo>
                    <a:pt x="146" y="1"/>
                    <a:pt x="0" y="145"/>
                    <a:pt x="0" y="324"/>
                  </a:cubicBezTo>
                  <a:cubicBezTo>
                    <a:pt x="0" y="503"/>
                    <a:pt x="146" y="648"/>
                    <a:pt x="324" y="648"/>
                  </a:cubicBezTo>
                  <a:lnTo>
                    <a:pt x="3738" y="648"/>
                  </a:lnTo>
                  <a:cubicBezTo>
                    <a:pt x="3916" y="648"/>
                    <a:pt x="4061" y="503"/>
                    <a:pt x="4061" y="324"/>
                  </a:cubicBezTo>
                  <a:cubicBezTo>
                    <a:pt x="4061" y="145"/>
                    <a:pt x="3916" y="1"/>
                    <a:pt x="37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4"/>
            <p:cNvSpPr/>
            <p:nvPr/>
          </p:nvSpPr>
          <p:spPr>
            <a:xfrm>
              <a:off x="3301275" y="2392325"/>
              <a:ext cx="16225" cy="101500"/>
            </a:xfrm>
            <a:custGeom>
              <a:avLst/>
              <a:gdLst/>
              <a:ahLst/>
              <a:cxnLst/>
              <a:rect l="l" t="t" r="r" b="b"/>
              <a:pathLst>
                <a:path w="649" h="4060" extrusionOk="0">
                  <a:moveTo>
                    <a:pt x="325" y="0"/>
                  </a:moveTo>
                  <a:cubicBezTo>
                    <a:pt x="146" y="0"/>
                    <a:pt x="1" y="144"/>
                    <a:pt x="1" y="324"/>
                  </a:cubicBezTo>
                  <a:lnTo>
                    <a:pt x="1" y="3736"/>
                  </a:lnTo>
                  <a:cubicBezTo>
                    <a:pt x="1" y="3916"/>
                    <a:pt x="146" y="4060"/>
                    <a:pt x="325" y="4060"/>
                  </a:cubicBezTo>
                  <a:cubicBezTo>
                    <a:pt x="504" y="4060"/>
                    <a:pt x="647" y="3917"/>
                    <a:pt x="648" y="3736"/>
                  </a:cubicBezTo>
                  <a:lnTo>
                    <a:pt x="648" y="324"/>
                  </a:lnTo>
                  <a:cubicBezTo>
                    <a:pt x="648" y="144"/>
                    <a:pt x="504" y="0"/>
                    <a:pt x="3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 name="Google Shape;97;p14"/>
          <p:cNvGrpSpPr/>
          <p:nvPr/>
        </p:nvGrpSpPr>
        <p:grpSpPr>
          <a:xfrm>
            <a:off x="930738" y="1870875"/>
            <a:ext cx="101550" cy="101500"/>
            <a:chOff x="3258600" y="2392325"/>
            <a:chExt cx="101550" cy="101500"/>
          </a:xfrm>
        </p:grpSpPr>
        <p:sp>
          <p:nvSpPr>
            <p:cNvPr id="98" name="Google Shape;98;p14"/>
            <p:cNvSpPr/>
            <p:nvPr/>
          </p:nvSpPr>
          <p:spPr>
            <a:xfrm>
              <a:off x="3258600" y="2435000"/>
              <a:ext cx="101550" cy="16225"/>
            </a:xfrm>
            <a:custGeom>
              <a:avLst/>
              <a:gdLst/>
              <a:ahLst/>
              <a:cxnLst/>
              <a:rect l="l" t="t" r="r" b="b"/>
              <a:pathLst>
                <a:path w="4062" h="649" extrusionOk="0">
                  <a:moveTo>
                    <a:pt x="324" y="1"/>
                  </a:moveTo>
                  <a:cubicBezTo>
                    <a:pt x="146" y="1"/>
                    <a:pt x="0" y="145"/>
                    <a:pt x="0" y="324"/>
                  </a:cubicBezTo>
                  <a:cubicBezTo>
                    <a:pt x="0" y="503"/>
                    <a:pt x="146" y="648"/>
                    <a:pt x="324" y="648"/>
                  </a:cubicBezTo>
                  <a:lnTo>
                    <a:pt x="3738" y="648"/>
                  </a:lnTo>
                  <a:cubicBezTo>
                    <a:pt x="3916" y="648"/>
                    <a:pt x="4061" y="503"/>
                    <a:pt x="4061" y="324"/>
                  </a:cubicBezTo>
                  <a:cubicBezTo>
                    <a:pt x="4061" y="145"/>
                    <a:pt x="3916" y="1"/>
                    <a:pt x="37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4"/>
            <p:cNvSpPr/>
            <p:nvPr/>
          </p:nvSpPr>
          <p:spPr>
            <a:xfrm>
              <a:off x="3301275" y="2392325"/>
              <a:ext cx="16225" cy="101500"/>
            </a:xfrm>
            <a:custGeom>
              <a:avLst/>
              <a:gdLst/>
              <a:ahLst/>
              <a:cxnLst/>
              <a:rect l="l" t="t" r="r" b="b"/>
              <a:pathLst>
                <a:path w="649" h="4060" extrusionOk="0">
                  <a:moveTo>
                    <a:pt x="325" y="0"/>
                  </a:moveTo>
                  <a:cubicBezTo>
                    <a:pt x="146" y="0"/>
                    <a:pt x="1" y="144"/>
                    <a:pt x="1" y="324"/>
                  </a:cubicBezTo>
                  <a:lnTo>
                    <a:pt x="1" y="3736"/>
                  </a:lnTo>
                  <a:cubicBezTo>
                    <a:pt x="1" y="3916"/>
                    <a:pt x="146" y="4060"/>
                    <a:pt x="325" y="4060"/>
                  </a:cubicBezTo>
                  <a:cubicBezTo>
                    <a:pt x="504" y="4060"/>
                    <a:pt x="647" y="3917"/>
                    <a:pt x="648" y="3736"/>
                  </a:cubicBezTo>
                  <a:lnTo>
                    <a:pt x="648" y="324"/>
                  </a:lnTo>
                  <a:cubicBezTo>
                    <a:pt x="648" y="144"/>
                    <a:pt x="504" y="0"/>
                    <a:pt x="3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 name="Google Shape;100;p14"/>
          <p:cNvGrpSpPr/>
          <p:nvPr/>
        </p:nvGrpSpPr>
        <p:grpSpPr>
          <a:xfrm>
            <a:off x="7691813" y="3981700"/>
            <a:ext cx="101550" cy="101500"/>
            <a:chOff x="3258600" y="2392325"/>
            <a:chExt cx="101550" cy="101500"/>
          </a:xfrm>
        </p:grpSpPr>
        <p:sp>
          <p:nvSpPr>
            <p:cNvPr id="101" name="Google Shape;101;p14"/>
            <p:cNvSpPr/>
            <p:nvPr/>
          </p:nvSpPr>
          <p:spPr>
            <a:xfrm>
              <a:off x="3258600" y="2435000"/>
              <a:ext cx="101550" cy="16225"/>
            </a:xfrm>
            <a:custGeom>
              <a:avLst/>
              <a:gdLst/>
              <a:ahLst/>
              <a:cxnLst/>
              <a:rect l="l" t="t" r="r" b="b"/>
              <a:pathLst>
                <a:path w="4062" h="649" extrusionOk="0">
                  <a:moveTo>
                    <a:pt x="324" y="1"/>
                  </a:moveTo>
                  <a:cubicBezTo>
                    <a:pt x="146" y="1"/>
                    <a:pt x="0" y="145"/>
                    <a:pt x="0" y="324"/>
                  </a:cubicBezTo>
                  <a:cubicBezTo>
                    <a:pt x="0" y="503"/>
                    <a:pt x="146" y="648"/>
                    <a:pt x="324" y="648"/>
                  </a:cubicBezTo>
                  <a:lnTo>
                    <a:pt x="3738" y="648"/>
                  </a:lnTo>
                  <a:cubicBezTo>
                    <a:pt x="3916" y="648"/>
                    <a:pt x="4061" y="503"/>
                    <a:pt x="4061" y="324"/>
                  </a:cubicBezTo>
                  <a:cubicBezTo>
                    <a:pt x="4061" y="145"/>
                    <a:pt x="3916" y="1"/>
                    <a:pt x="37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4"/>
            <p:cNvSpPr/>
            <p:nvPr/>
          </p:nvSpPr>
          <p:spPr>
            <a:xfrm>
              <a:off x="3301275" y="2392325"/>
              <a:ext cx="16225" cy="101500"/>
            </a:xfrm>
            <a:custGeom>
              <a:avLst/>
              <a:gdLst/>
              <a:ahLst/>
              <a:cxnLst/>
              <a:rect l="l" t="t" r="r" b="b"/>
              <a:pathLst>
                <a:path w="649" h="4060" extrusionOk="0">
                  <a:moveTo>
                    <a:pt x="325" y="0"/>
                  </a:moveTo>
                  <a:cubicBezTo>
                    <a:pt x="146" y="0"/>
                    <a:pt x="1" y="144"/>
                    <a:pt x="1" y="324"/>
                  </a:cubicBezTo>
                  <a:lnTo>
                    <a:pt x="1" y="3736"/>
                  </a:lnTo>
                  <a:cubicBezTo>
                    <a:pt x="1" y="3916"/>
                    <a:pt x="146" y="4060"/>
                    <a:pt x="325" y="4060"/>
                  </a:cubicBezTo>
                  <a:cubicBezTo>
                    <a:pt x="504" y="4060"/>
                    <a:pt x="647" y="3917"/>
                    <a:pt x="648" y="3736"/>
                  </a:cubicBezTo>
                  <a:lnTo>
                    <a:pt x="648" y="324"/>
                  </a:lnTo>
                  <a:cubicBezTo>
                    <a:pt x="648" y="144"/>
                    <a:pt x="504" y="0"/>
                    <a:pt x="3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 name="Google Shape;103;p14"/>
          <p:cNvGrpSpPr/>
          <p:nvPr/>
        </p:nvGrpSpPr>
        <p:grpSpPr>
          <a:xfrm>
            <a:off x="7030188" y="1360475"/>
            <a:ext cx="101550" cy="101500"/>
            <a:chOff x="3258600" y="2392325"/>
            <a:chExt cx="101550" cy="101500"/>
          </a:xfrm>
        </p:grpSpPr>
        <p:sp>
          <p:nvSpPr>
            <p:cNvPr id="104" name="Google Shape;104;p14"/>
            <p:cNvSpPr/>
            <p:nvPr/>
          </p:nvSpPr>
          <p:spPr>
            <a:xfrm>
              <a:off x="3258600" y="2435000"/>
              <a:ext cx="101550" cy="16225"/>
            </a:xfrm>
            <a:custGeom>
              <a:avLst/>
              <a:gdLst/>
              <a:ahLst/>
              <a:cxnLst/>
              <a:rect l="l" t="t" r="r" b="b"/>
              <a:pathLst>
                <a:path w="4062" h="649" extrusionOk="0">
                  <a:moveTo>
                    <a:pt x="324" y="1"/>
                  </a:moveTo>
                  <a:cubicBezTo>
                    <a:pt x="146" y="1"/>
                    <a:pt x="0" y="145"/>
                    <a:pt x="0" y="324"/>
                  </a:cubicBezTo>
                  <a:cubicBezTo>
                    <a:pt x="0" y="503"/>
                    <a:pt x="146" y="648"/>
                    <a:pt x="324" y="648"/>
                  </a:cubicBezTo>
                  <a:lnTo>
                    <a:pt x="3738" y="648"/>
                  </a:lnTo>
                  <a:cubicBezTo>
                    <a:pt x="3916" y="648"/>
                    <a:pt x="4061" y="503"/>
                    <a:pt x="4061" y="324"/>
                  </a:cubicBezTo>
                  <a:cubicBezTo>
                    <a:pt x="4061" y="145"/>
                    <a:pt x="3916" y="1"/>
                    <a:pt x="37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4"/>
            <p:cNvSpPr/>
            <p:nvPr/>
          </p:nvSpPr>
          <p:spPr>
            <a:xfrm>
              <a:off x="3301275" y="2392325"/>
              <a:ext cx="16225" cy="101500"/>
            </a:xfrm>
            <a:custGeom>
              <a:avLst/>
              <a:gdLst/>
              <a:ahLst/>
              <a:cxnLst/>
              <a:rect l="l" t="t" r="r" b="b"/>
              <a:pathLst>
                <a:path w="649" h="4060" extrusionOk="0">
                  <a:moveTo>
                    <a:pt x="325" y="0"/>
                  </a:moveTo>
                  <a:cubicBezTo>
                    <a:pt x="146" y="0"/>
                    <a:pt x="1" y="144"/>
                    <a:pt x="1" y="324"/>
                  </a:cubicBezTo>
                  <a:lnTo>
                    <a:pt x="1" y="3736"/>
                  </a:lnTo>
                  <a:cubicBezTo>
                    <a:pt x="1" y="3916"/>
                    <a:pt x="146" y="4060"/>
                    <a:pt x="325" y="4060"/>
                  </a:cubicBezTo>
                  <a:cubicBezTo>
                    <a:pt x="504" y="4060"/>
                    <a:pt x="647" y="3917"/>
                    <a:pt x="648" y="3736"/>
                  </a:cubicBezTo>
                  <a:lnTo>
                    <a:pt x="648" y="324"/>
                  </a:lnTo>
                  <a:cubicBezTo>
                    <a:pt x="648" y="144"/>
                    <a:pt x="504" y="0"/>
                    <a:pt x="3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4">
  <p:cSld name="SECTION_HEADER_1_1_1">
    <p:spTree>
      <p:nvGrpSpPr>
        <p:cNvPr id="1" name="Shape 106"/>
        <p:cNvGrpSpPr/>
        <p:nvPr/>
      </p:nvGrpSpPr>
      <p:grpSpPr>
        <a:xfrm>
          <a:off x="0" y="0"/>
          <a:ext cx="0" cy="0"/>
          <a:chOff x="0" y="0"/>
          <a:chExt cx="0" cy="0"/>
        </a:xfrm>
      </p:grpSpPr>
      <p:sp>
        <p:nvSpPr>
          <p:cNvPr id="107" name="Google Shape;107;p15"/>
          <p:cNvSpPr txBox="1">
            <a:spLocks noGrp="1"/>
          </p:cNvSpPr>
          <p:nvPr>
            <p:ph type="title"/>
          </p:nvPr>
        </p:nvSpPr>
        <p:spPr>
          <a:xfrm>
            <a:off x="1804638" y="1696150"/>
            <a:ext cx="2679900" cy="12033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8" name="Google Shape;108;p15"/>
          <p:cNvSpPr txBox="1">
            <a:spLocks noGrp="1"/>
          </p:cNvSpPr>
          <p:nvPr>
            <p:ph type="title" idx="2" hasCustomPrompt="1"/>
          </p:nvPr>
        </p:nvSpPr>
        <p:spPr>
          <a:xfrm>
            <a:off x="4659438" y="1655250"/>
            <a:ext cx="2679900" cy="2290200"/>
          </a:xfrm>
          <a:prstGeom prst="rect">
            <a:avLst/>
          </a:prstGeom>
        </p:spPr>
        <p:txBody>
          <a:bodyPr spcFirstLastPara="1" wrap="square" lIns="91425" tIns="91425" rIns="91425" bIns="91425" anchor="b" anchorCtr="0">
            <a:noAutofit/>
          </a:bodyPr>
          <a:lstStyle>
            <a:lvl1pPr lvl="0" rtl="0">
              <a:spcBef>
                <a:spcPts val="0"/>
              </a:spcBef>
              <a:spcAft>
                <a:spcPts val="0"/>
              </a:spcAft>
              <a:buSzPts val="6000"/>
              <a:buNone/>
              <a:defRPr sz="15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09" name="Google Shape;109;p15"/>
          <p:cNvSpPr txBox="1">
            <a:spLocks noGrp="1"/>
          </p:cNvSpPr>
          <p:nvPr>
            <p:ph type="subTitle" idx="1"/>
          </p:nvPr>
        </p:nvSpPr>
        <p:spPr>
          <a:xfrm>
            <a:off x="1804663" y="2943725"/>
            <a:ext cx="2679900" cy="612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10"/>
        <p:cNvGrpSpPr/>
        <p:nvPr/>
      </p:nvGrpSpPr>
      <p:grpSpPr>
        <a:xfrm>
          <a:off x="0" y="0"/>
          <a:ext cx="0" cy="0"/>
          <a:chOff x="0" y="0"/>
          <a:chExt cx="0" cy="0"/>
        </a:xfrm>
      </p:grpSpPr>
      <p:sp>
        <p:nvSpPr>
          <p:cNvPr id="111" name="Google Shape;111;p16"/>
          <p:cNvSpPr txBox="1">
            <a:spLocks noGrp="1"/>
          </p:cNvSpPr>
          <p:nvPr>
            <p:ph type="title"/>
          </p:nvPr>
        </p:nvSpPr>
        <p:spPr>
          <a:xfrm>
            <a:off x="720000" y="1085300"/>
            <a:ext cx="2336400" cy="7959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12" name="Google Shape;112;p16"/>
          <p:cNvSpPr txBox="1">
            <a:spLocks noGrp="1"/>
          </p:cNvSpPr>
          <p:nvPr>
            <p:ph type="title" idx="2" hasCustomPrompt="1"/>
          </p:nvPr>
        </p:nvSpPr>
        <p:spPr>
          <a:xfrm>
            <a:off x="720000" y="540000"/>
            <a:ext cx="1275300" cy="593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 name="Google Shape;113;p16"/>
          <p:cNvSpPr txBox="1">
            <a:spLocks noGrp="1"/>
          </p:cNvSpPr>
          <p:nvPr>
            <p:ph type="subTitle" idx="1"/>
          </p:nvPr>
        </p:nvSpPr>
        <p:spPr>
          <a:xfrm>
            <a:off x="720000" y="1872101"/>
            <a:ext cx="2336400" cy="59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14" name="Google Shape;114;p16"/>
          <p:cNvSpPr txBox="1">
            <a:spLocks noGrp="1"/>
          </p:cNvSpPr>
          <p:nvPr>
            <p:ph type="title" idx="3"/>
          </p:nvPr>
        </p:nvSpPr>
        <p:spPr>
          <a:xfrm>
            <a:off x="3403800" y="1085300"/>
            <a:ext cx="2336400" cy="7959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15" name="Google Shape;115;p16"/>
          <p:cNvSpPr txBox="1">
            <a:spLocks noGrp="1"/>
          </p:cNvSpPr>
          <p:nvPr>
            <p:ph type="title" idx="4" hasCustomPrompt="1"/>
          </p:nvPr>
        </p:nvSpPr>
        <p:spPr>
          <a:xfrm>
            <a:off x="3403800" y="540000"/>
            <a:ext cx="1275300" cy="593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6" name="Google Shape;116;p16"/>
          <p:cNvSpPr txBox="1">
            <a:spLocks noGrp="1"/>
          </p:cNvSpPr>
          <p:nvPr>
            <p:ph type="subTitle" idx="5"/>
          </p:nvPr>
        </p:nvSpPr>
        <p:spPr>
          <a:xfrm>
            <a:off x="3403800" y="1872101"/>
            <a:ext cx="2336400" cy="59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17" name="Google Shape;117;p16"/>
          <p:cNvSpPr txBox="1">
            <a:spLocks noGrp="1"/>
          </p:cNvSpPr>
          <p:nvPr>
            <p:ph type="title" idx="6"/>
          </p:nvPr>
        </p:nvSpPr>
        <p:spPr>
          <a:xfrm>
            <a:off x="720000" y="3299500"/>
            <a:ext cx="2336400" cy="758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18" name="Google Shape;118;p16"/>
          <p:cNvSpPr txBox="1">
            <a:spLocks noGrp="1"/>
          </p:cNvSpPr>
          <p:nvPr>
            <p:ph type="title" idx="7" hasCustomPrompt="1"/>
          </p:nvPr>
        </p:nvSpPr>
        <p:spPr>
          <a:xfrm>
            <a:off x="720000" y="2754200"/>
            <a:ext cx="1275300" cy="593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9" name="Google Shape;119;p16"/>
          <p:cNvSpPr txBox="1">
            <a:spLocks noGrp="1"/>
          </p:cNvSpPr>
          <p:nvPr>
            <p:ph type="subTitle" idx="8"/>
          </p:nvPr>
        </p:nvSpPr>
        <p:spPr>
          <a:xfrm>
            <a:off x="720000" y="4054500"/>
            <a:ext cx="2336400" cy="59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20" name="Google Shape;120;p16"/>
          <p:cNvSpPr txBox="1">
            <a:spLocks noGrp="1"/>
          </p:cNvSpPr>
          <p:nvPr>
            <p:ph type="title" idx="9"/>
          </p:nvPr>
        </p:nvSpPr>
        <p:spPr>
          <a:xfrm>
            <a:off x="3403800" y="3299500"/>
            <a:ext cx="2336400" cy="758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21" name="Google Shape;121;p16"/>
          <p:cNvSpPr txBox="1">
            <a:spLocks noGrp="1"/>
          </p:cNvSpPr>
          <p:nvPr>
            <p:ph type="title" idx="13" hasCustomPrompt="1"/>
          </p:nvPr>
        </p:nvSpPr>
        <p:spPr>
          <a:xfrm>
            <a:off x="3403800" y="2754200"/>
            <a:ext cx="1275300" cy="593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2" name="Google Shape;122;p16"/>
          <p:cNvSpPr txBox="1">
            <a:spLocks noGrp="1"/>
          </p:cNvSpPr>
          <p:nvPr>
            <p:ph type="subTitle" idx="14"/>
          </p:nvPr>
        </p:nvSpPr>
        <p:spPr>
          <a:xfrm>
            <a:off x="3403800" y="4054500"/>
            <a:ext cx="2336400" cy="59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126"/>
        <p:cNvGrpSpPr/>
        <p:nvPr/>
      </p:nvGrpSpPr>
      <p:grpSpPr>
        <a:xfrm>
          <a:off x="0" y="0"/>
          <a:ext cx="0" cy="0"/>
          <a:chOff x="0" y="0"/>
          <a:chExt cx="0" cy="0"/>
        </a:xfrm>
      </p:grpSpPr>
      <p:sp>
        <p:nvSpPr>
          <p:cNvPr id="127" name="Google Shape;127;p18"/>
          <p:cNvSpPr txBox="1">
            <a:spLocks noGrp="1"/>
          </p:cNvSpPr>
          <p:nvPr>
            <p:ph type="title"/>
          </p:nvPr>
        </p:nvSpPr>
        <p:spPr>
          <a:xfrm>
            <a:off x="720000" y="540000"/>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8" name="Google Shape;128;p18"/>
          <p:cNvSpPr txBox="1">
            <a:spLocks noGrp="1"/>
          </p:cNvSpPr>
          <p:nvPr>
            <p:ph type="title" idx="2"/>
          </p:nvPr>
        </p:nvSpPr>
        <p:spPr>
          <a:xfrm>
            <a:off x="1260257" y="1427500"/>
            <a:ext cx="5748300" cy="4848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29" name="Google Shape;129;p18"/>
          <p:cNvSpPr txBox="1">
            <a:spLocks noGrp="1"/>
          </p:cNvSpPr>
          <p:nvPr>
            <p:ph type="subTitle" idx="1"/>
          </p:nvPr>
        </p:nvSpPr>
        <p:spPr>
          <a:xfrm>
            <a:off x="1260257" y="1875900"/>
            <a:ext cx="5748300" cy="430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30" name="Google Shape;130;p18"/>
          <p:cNvSpPr txBox="1">
            <a:spLocks noGrp="1"/>
          </p:cNvSpPr>
          <p:nvPr>
            <p:ph type="title" idx="3" hasCustomPrompt="1"/>
          </p:nvPr>
        </p:nvSpPr>
        <p:spPr>
          <a:xfrm>
            <a:off x="720000" y="1427500"/>
            <a:ext cx="525000" cy="484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000"/>
              <a:buNone/>
              <a:defRPr sz="2000">
                <a:solidFill>
                  <a:schemeClr val="accent4"/>
                </a:solidFill>
              </a:defRPr>
            </a:lvl1pPr>
            <a:lvl2pPr lvl="1" algn="r" rtl="0">
              <a:spcBef>
                <a:spcPts val="0"/>
              </a:spcBef>
              <a:spcAft>
                <a:spcPts val="0"/>
              </a:spcAft>
              <a:buSzPts val="2000"/>
              <a:buNone/>
              <a:defRPr sz="2000"/>
            </a:lvl2pPr>
            <a:lvl3pPr lvl="2" algn="r" rtl="0">
              <a:spcBef>
                <a:spcPts val="0"/>
              </a:spcBef>
              <a:spcAft>
                <a:spcPts val="0"/>
              </a:spcAft>
              <a:buSzPts val="2000"/>
              <a:buNone/>
              <a:defRPr sz="2000"/>
            </a:lvl3pPr>
            <a:lvl4pPr lvl="3" algn="r" rtl="0">
              <a:spcBef>
                <a:spcPts val="0"/>
              </a:spcBef>
              <a:spcAft>
                <a:spcPts val="0"/>
              </a:spcAft>
              <a:buSzPts val="2000"/>
              <a:buNone/>
              <a:defRPr sz="2000"/>
            </a:lvl4pPr>
            <a:lvl5pPr lvl="4" algn="r" rtl="0">
              <a:spcBef>
                <a:spcPts val="0"/>
              </a:spcBef>
              <a:spcAft>
                <a:spcPts val="0"/>
              </a:spcAft>
              <a:buSzPts val="2000"/>
              <a:buNone/>
              <a:defRPr sz="2000"/>
            </a:lvl5pPr>
            <a:lvl6pPr lvl="5" algn="r" rtl="0">
              <a:spcBef>
                <a:spcPts val="0"/>
              </a:spcBef>
              <a:spcAft>
                <a:spcPts val="0"/>
              </a:spcAft>
              <a:buSzPts val="2000"/>
              <a:buNone/>
              <a:defRPr sz="2000"/>
            </a:lvl6pPr>
            <a:lvl7pPr lvl="6" algn="r" rtl="0">
              <a:spcBef>
                <a:spcPts val="0"/>
              </a:spcBef>
              <a:spcAft>
                <a:spcPts val="0"/>
              </a:spcAft>
              <a:buSzPts val="2000"/>
              <a:buNone/>
              <a:defRPr sz="2000"/>
            </a:lvl7pPr>
            <a:lvl8pPr lvl="7" algn="r" rtl="0">
              <a:spcBef>
                <a:spcPts val="0"/>
              </a:spcBef>
              <a:spcAft>
                <a:spcPts val="0"/>
              </a:spcAft>
              <a:buSzPts val="2000"/>
              <a:buNone/>
              <a:defRPr sz="2000"/>
            </a:lvl8pPr>
            <a:lvl9pPr lvl="8" algn="r" rtl="0">
              <a:spcBef>
                <a:spcPts val="0"/>
              </a:spcBef>
              <a:spcAft>
                <a:spcPts val="0"/>
              </a:spcAft>
              <a:buSzPts val="2000"/>
              <a:buNone/>
              <a:defRPr sz="2000"/>
            </a:lvl9pPr>
          </a:lstStyle>
          <a:p>
            <a:r>
              <a:t>xx%</a:t>
            </a:r>
          </a:p>
        </p:txBody>
      </p:sp>
      <p:sp>
        <p:nvSpPr>
          <p:cNvPr id="131" name="Google Shape;131;p18"/>
          <p:cNvSpPr txBox="1">
            <a:spLocks noGrp="1"/>
          </p:cNvSpPr>
          <p:nvPr>
            <p:ph type="title" idx="4"/>
          </p:nvPr>
        </p:nvSpPr>
        <p:spPr>
          <a:xfrm>
            <a:off x="1260257" y="2576047"/>
            <a:ext cx="5748300" cy="4848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32" name="Google Shape;132;p18"/>
          <p:cNvSpPr txBox="1">
            <a:spLocks noGrp="1"/>
          </p:cNvSpPr>
          <p:nvPr>
            <p:ph type="subTitle" idx="5"/>
          </p:nvPr>
        </p:nvSpPr>
        <p:spPr>
          <a:xfrm>
            <a:off x="1260257" y="3024447"/>
            <a:ext cx="5748300" cy="430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33" name="Google Shape;133;p18"/>
          <p:cNvSpPr txBox="1">
            <a:spLocks noGrp="1"/>
          </p:cNvSpPr>
          <p:nvPr>
            <p:ph type="title" idx="6" hasCustomPrompt="1"/>
          </p:nvPr>
        </p:nvSpPr>
        <p:spPr>
          <a:xfrm>
            <a:off x="720000" y="2576047"/>
            <a:ext cx="525000" cy="484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000"/>
              <a:buNone/>
              <a:defRPr sz="2000">
                <a:solidFill>
                  <a:schemeClr val="accent4"/>
                </a:solidFill>
              </a:defRPr>
            </a:lvl1pPr>
            <a:lvl2pPr lvl="1" algn="r" rtl="0">
              <a:spcBef>
                <a:spcPts val="0"/>
              </a:spcBef>
              <a:spcAft>
                <a:spcPts val="0"/>
              </a:spcAft>
              <a:buSzPts val="2000"/>
              <a:buNone/>
              <a:defRPr sz="2000"/>
            </a:lvl2pPr>
            <a:lvl3pPr lvl="2" algn="r" rtl="0">
              <a:spcBef>
                <a:spcPts val="0"/>
              </a:spcBef>
              <a:spcAft>
                <a:spcPts val="0"/>
              </a:spcAft>
              <a:buSzPts val="2000"/>
              <a:buNone/>
              <a:defRPr sz="2000"/>
            </a:lvl3pPr>
            <a:lvl4pPr lvl="3" algn="r" rtl="0">
              <a:spcBef>
                <a:spcPts val="0"/>
              </a:spcBef>
              <a:spcAft>
                <a:spcPts val="0"/>
              </a:spcAft>
              <a:buSzPts val="2000"/>
              <a:buNone/>
              <a:defRPr sz="2000"/>
            </a:lvl4pPr>
            <a:lvl5pPr lvl="4" algn="r" rtl="0">
              <a:spcBef>
                <a:spcPts val="0"/>
              </a:spcBef>
              <a:spcAft>
                <a:spcPts val="0"/>
              </a:spcAft>
              <a:buSzPts val="2000"/>
              <a:buNone/>
              <a:defRPr sz="2000"/>
            </a:lvl5pPr>
            <a:lvl6pPr lvl="5" algn="r" rtl="0">
              <a:spcBef>
                <a:spcPts val="0"/>
              </a:spcBef>
              <a:spcAft>
                <a:spcPts val="0"/>
              </a:spcAft>
              <a:buSzPts val="2000"/>
              <a:buNone/>
              <a:defRPr sz="2000"/>
            </a:lvl6pPr>
            <a:lvl7pPr lvl="6" algn="r" rtl="0">
              <a:spcBef>
                <a:spcPts val="0"/>
              </a:spcBef>
              <a:spcAft>
                <a:spcPts val="0"/>
              </a:spcAft>
              <a:buSzPts val="2000"/>
              <a:buNone/>
              <a:defRPr sz="2000"/>
            </a:lvl7pPr>
            <a:lvl8pPr lvl="7" algn="r" rtl="0">
              <a:spcBef>
                <a:spcPts val="0"/>
              </a:spcBef>
              <a:spcAft>
                <a:spcPts val="0"/>
              </a:spcAft>
              <a:buSzPts val="2000"/>
              <a:buNone/>
              <a:defRPr sz="2000"/>
            </a:lvl8pPr>
            <a:lvl9pPr lvl="8" algn="r" rtl="0">
              <a:spcBef>
                <a:spcPts val="0"/>
              </a:spcBef>
              <a:spcAft>
                <a:spcPts val="0"/>
              </a:spcAft>
              <a:buSzPts val="2000"/>
              <a:buNone/>
              <a:defRPr sz="2000"/>
            </a:lvl9pPr>
          </a:lstStyle>
          <a:p>
            <a:r>
              <a:t>xx%</a:t>
            </a:r>
          </a:p>
        </p:txBody>
      </p:sp>
      <p:sp>
        <p:nvSpPr>
          <p:cNvPr id="134" name="Google Shape;134;p18"/>
          <p:cNvSpPr txBox="1">
            <a:spLocks noGrp="1"/>
          </p:cNvSpPr>
          <p:nvPr>
            <p:ph type="title" idx="7"/>
          </p:nvPr>
        </p:nvSpPr>
        <p:spPr>
          <a:xfrm>
            <a:off x="1260257" y="3670294"/>
            <a:ext cx="5748300" cy="4848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35" name="Google Shape;135;p18"/>
          <p:cNvSpPr txBox="1">
            <a:spLocks noGrp="1"/>
          </p:cNvSpPr>
          <p:nvPr>
            <p:ph type="subTitle" idx="8"/>
          </p:nvPr>
        </p:nvSpPr>
        <p:spPr>
          <a:xfrm>
            <a:off x="1260257" y="4118700"/>
            <a:ext cx="57483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36" name="Google Shape;136;p18"/>
          <p:cNvSpPr txBox="1">
            <a:spLocks noGrp="1"/>
          </p:cNvSpPr>
          <p:nvPr>
            <p:ph type="title" idx="9" hasCustomPrompt="1"/>
          </p:nvPr>
        </p:nvSpPr>
        <p:spPr>
          <a:xfrm>
            <a:off x="720000" y="3670294"/>
            <a:ext cx="525000" cy="484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000"/>
              <a:buNone/>
              <a:defRPr sz="2000">
                <a:solidFill>
                  <a:schemeClr val="accent4"/>
                </a:solidFill>
              </a:defRPr>
            </a:lvl1pPr>
            <a:lvl2pPr lvl="1" algn="r" rtl="0">
              <a:spcBef>
                <a:spcPts val="0"/>
              </a:spcBef>
              <a:spcAft>
                <a:spcPts val="0"/>
              </a:spcAft>
              <a:buSzPts val="2000"/>
              <a:buNone/>
              <a:defRPr sz="2000"/>
            </a:lvl2pPr>
            <a:lvl3pPr lvl="2" algn="r" rtl="0">
              <a:spcBef>
                <a:spcPts val="0"/>
              </a:spcBef>
              <a:spcAft>
                <a:spcPts val="0"/>
              </a:spcAft>
              <a:buSzPts val="2000"/>
              <a:buNone/>
              <a:defRPr sz="2000"/>
            </a:lvl3pPr>
            <a:lvl4pPr lvl="3" algn="r" rtl="0">
              <a:spcBef>
                <a:spcPts val="0"/>
              </a:spcBef>
              <a:spcAft>
                <a:spcPts val="0"/>
              </a:spcAft>
              <a:buSzPts val="2000"/>
              <a:buNone/>
              <a:defRPr sz="2000"/>
            </a:lvl4pPr>
            <a:lvl5pPr lvl="4" algn="r" rtl="0">
              <a:spcBef>
                <a:spcPts val="0"/>
              </a:spcBef>
              <a:spcAft>
                <a:spcPts val="0"/>
              </a:spcAft>
              <a:buSzPts val="2000"/>
              <a:buNone/>
              <a:defRPr sz="2000"/>
            </a:lvl5pPr>
            <a:lvl6pPr lvl="5" algn="r" rtl="0">
              <a:spcBef>
                <a:spcPts val="0"/>
              </a:spcBef>
              <a:spcAft>
                <a:spcPts val="0"/>
              </a:spcAft>
              <a:buSzPts val="2000"/>
              <a:buNone/>
              <a:defRPr sz="2000"/>
            </a:lvl6pPr>
            <a:lvl7pPr lvl="6" algn="r" rtl="0">
              <a:spcBef>
                <a:spcPts val="0"/>
              </a:spcBef>
              <a:spcAft>
                <a:spcPts val="0"/>
              </a:spcAft>
              <a:buSzPts val="2000"/>
              <a:buNone/>
              <a:defRPr sz="2000"/>
            </a:lvl7pPr>
            <a:lvl8pPr lvl="7" algn="r" rtl="0">
              <a:spcBef>
                <a:spcPts val="0"/>
              </a:spcBef>
              <a:spcAft>
                <a:spcPts val="0"/>
              </a:spcAft>
              <a:buSzPts val="2000"/>
              <a:buNone/>
              <a:defRPr sz="2000"/>
            </a:lvl8pPr>
            <a:lvl9pPr lvl="8" algn="r" rtl="0">
              <a:spcBef>
                <a:spcPts val="0"/>
              </a:spcBef>
              <a:spcAft>
                <a:spcPts val="0"/>
              </a:spcAft>
              <a:buSzPts val="2000"/>
              <a:buNone/>
              <a:defRPr sz="2000"/>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197"/>
        <p:cNvGrpSpPr/>
        <p:nvPr/>
      </p:nvGrpSpPr>
      <p:grpSpPr>
        <a:xfrm>
          <a:off x="0" y="0"/>
          <a:ext cx="0" cy="0"/>
          <a:chOff x="0" y="0"/>
          <a:chExt cx="0" cy="0"/>
        </a:xfrm>
      </p:grpSpPr>
      <p:sp>
        <p:nvSpPr>
          <p:cNvPr id="198" name="Google Shape;198;p23"/>
          <p:cNvSpPr txBox="1">
            <a:spLocks noGrp="1"/>
          </p:cNvSpPr>
          <p:nvPr>
            <p:ph type="ctrTitle"/>
          </p:nvPr>
        </p:nvSpPr>
        <p:spPr>
          <a:xfrm>
            <a:off x="720000" y="540000"/>
            <a:ext cx="4377900" cy="1126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99" name="Google Shape;199;p23"/>
          <p:cNvSpPr txBox="1">
            <a:spLocks noGrp="1"/>
          </p:cNvSpPr>
          <p:nvPr>
            <p:ph type="subTitle" idx="1"/>
          </p:nvPr>
        </p:nvSpPr>
        <p:spPr>
          <a:xfrm>
            <a:off x="720000" y="2357175"/>
            <a:ext cx="4377900" cy="1269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200" name="Google Shape;200;p23"/>
          <p:cNvSpPr txBox="1">
            <a:spLocks noGrp="1"/>
          </p:cNvSpPr>
          <p:nvPr>
            <p:ph type="subTitle" idx="2"/>
          </p:nvPr>
        </p:nvSpPr>
        <p:spPr>
          <a:xfrm>
            <a:off x="720002" y="4230175"/>
            <a:ext cx="4377900" cy="37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100"/>
            </a:lvl1pPr>
            <a:lvl2pPr lvl="1" algn="ctr" rtl="0">
              <a:lnSpc>
                <a:spcPct val="100000"/>
              </a:lnSpc>
              <a:spcBef>
                <a:spcPts val="0"/>
              </a:spcBef>
              <a:spcAft>
                <a:spcPts val="0"/>
              </a:spcAft>
              <a:buSzPts val="1100"/>
              <a:buNone/>
              <a:defRPr sz="1100"/>
            </a:lvl2pPr>
            <a:lvl3pPr lvl="2" algn="ctr" rtl="0">
              <a:lnSpc>
                <a:spcPct val="100000"/>
              </a:lnSpc>
              <a:spcBef>
                <a:spcPts val="0"/>
              </a:spcBef>
              <a:spcAft>
                <a:spcPts val="0"/>
              </a:spcAft>
              <a:buSzPts val="1100"/>
              <a:buNone/>
              <a:defRPr sz="1100"/>
            </a:lvl3pPr>
            <a:lvl4pPr lvl="3" algn="ctr" rtl="0">
              <a:lnSpc>
                <a:spcPct val="100000"/>
              </a:lnSpc>
              <a:spcBef>
                <a:spcPts val="0"/>
              </a:spcBef>
              <a:spcAft>
                <a:spcPts val="0"/>
              </a:spcAft>
              <a:buSzPts val="1100"/>
              <a:buNone/>
              <a:defRPr sz="1100"/>
            </a:lvl4pPr>
            <a:lvl5pPr lvl="4" algn="ctr" rtl="0">
              <a:lnSpc>
                <a:spcPct val="100000"/>
              </a:lnSpc>
              <a:spcBef>
                <a:spcPts val="0"/>
              </a:spcBef>
              <a:spcAft>
                <a:spcPts val="0"/>
              </a:spcAft>
              <a:buSzPts val="1100"/>
              <a:buNone/>
              <a:defRPr sz="1100"/>
            </a:lvl5pPr>
            <a:lvl6pPr lvl="5" algn="ctr" rtl="0">
              <a:lnSpc>
                <a:spcPct val="100000"/>
              </a:lnSpc>
              <a:spcBef>
                <a:spcPts val="0"/>
              </a:spcBef>
              <a:spcAft>
                <a:spcPts val="0"/>
              </a:spcAft>
              <a:buSzPts val="1100"/>
              <a:buNone/>
              <a:defRPr sz="1100"/>
            </a:lvl6pPr>
            <a:lvl7pPr lvl="6" algn="ctr" rtl="0">
              <a:lnSpc>
                <a:spcPct val="100000"/>
              </a:lnSpc>
              <a:spcBef>
                <a:spcPts val="0"/>
              </a:spcBef>
              <a:spcAft>
                <a:spcPts val="0"/>
              </a:spcAft>
              <a:buSzPts val="1100"/>
              <a:buNone/>
              <a:defRPr sz="1100"/>
            </a:lvl7pPr>
            <a:lvl8pPr lvl="7" algn="ctr" rtl="0">
              <a:lnSpc>
                <a:spcPct val="100000"/>
              </a:lnSpc>
              <a:spcBef>
                <a:spcPts val="0"/>
              </a:spcBef>
              <a:spcAft>
                <a:spcPts val="0"/>
              </a:spcAft>
              <a:buSzPts val="1100"/>
              <a:buNone/>
              <a:defRPr sz="1100"/>
            </a:lvl8pPr>
            <a:lvl9pPr lvl="8" algn="ctr" rtl="0">
              <a:lnSpc>
                <a:spcPct val="100000"/>
              </a:lnSpc>
              <a:spcBef>
                <a:spcPts val="0"/>
              </a:spcBef>
              <a:spcAft>
                <a:spcPts val="0"/>
              </a:spcAft>
              <a:buSzPts val="1100"/>
              <a:buNone/>
              <a:defRPr sz="1100"/>
            </a:lvl9pPr>
          </a:lstStyle>
          <a:p>
            <a:endParaRPr/>
          </a:p>
        </p:txBody>
      </p:sp>
      <p:sp>
        <p:nvSpPr>
          <p:cNvPr id="201" name="Google Shape;201;p23"/>
          <p:cNvSpPr txBox="1"/>
          <p:nvPr/>
        </p:nvSpPr>
        <p:spPr>
          <a:xfrm>
            <a:off x="720000" y="3629375"/>
            <a:ext cx="4377900" cy="553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100" b="1">
                <a:solidFill>
                  <a:schemeClr val="accent4"/>
                </a:solidFill>
                <a:latin typeface="Didact Gothic"/>
                <a:ea typeface="Didact Gothic"/>
                <a:cs typeface="Didact Gothic"/>
                <a:sym typeface="Didact Gothic"/>
              </a:rPr>
              <a:t>CREDITS: </a:t>
            </a:r>
            <a:r>
              <a:rPr lang="en" sz="1100">
                <a:solidFill>
                  <a:schemeClr val="dk2"/>
                </a:solidFill>
                <a:latin typeface="Didact Gothic"/>
                <a:ea typeface="Didact Gothic"/>
                <a:cs typeface="Didact Gothic"/>
                <a:sym typeface="Didact Gothic"/>
              </a:rPr>
              <a:t>This presentation template was created by </a:t>
            </a:r>
            <a:r>
              <a:rPr lang="en" sz="1100" b="1">
                <a:solidFill>
                  <a:schemeClr val="accent4"/>
                </a:solidFill>
                <a:uFill>
                  <a:noFill/>
                </a:uFill>
                <a:latin typeface="Didact Gothic"/>
                <a:ea typeface="Didact Gothic"/>
                <a:cs typeface="Didact Gothic"/>
                <a:sym typeface="Didact Gothic"/>
                <a:hlinkClick r:id="rId2">
                  <a:extLst>
                    <a:ext uri="{A12FA001-AC4F-418D-AE19-62706E023703}">
                      <ahyp:hlinkClr xmlns:ahyp="http://schemas.microsoft.com/office/drawing/2018/hyperlinkcolor" val="tx"/>
                    </a:ext>
                  </a:extLst>
                </a:hlinkClick>
              </a:rPr>
              <a:t>Slidesgo</a:t>
            </a:r>
            <a:r>
              <a:rPr lang="en" sz="1100">
                <a:solidFill>
                  <a:schemeClr val="dk2"/>
                </a:solidFill>
                <a:latin typeface="Didact Gothic"/>
                <a:ea typeface="Didact Gothic"/>
                <a:cs typeface="Didact Gothic"/>
                <a:sym typeface="Didact Gothic"/>
              </a:rPr>
              <a:t>, including icons by </a:t>
            </a:r>
            <a:r>
              <a:rPr lang="en" sz="1100" b="1">
                <a:solidFill>
                  <a:schemeClr val="accent4"/>
                </a:solidFill>
                <a:uFill>
                  <a:noFill/>
                </a:uFill>
                <a:latin typeface="Didact Gothic"/>
                <a:ea typeface="Didact Gothic"/>
                <a:cs typeface="Didact Gothic"/>
                <a:sym typeface="Didact Gothic"/>
                <a:hlinkClick r:id="rId3">
                  <a:extLst>
                    <a:ext uri="{A12FA001-AC4F-418D-AE19-62706E023703}">
                      <ahyp:hlinkClr xmlns:ahyp="http://schemas.microsoft.com/office/drawing/2018/hyperlinkcolor" val="tx"/>
                    </a:ext>
                  </a:extLst>
                </a:hlinkClick>
              </a:rPr>
              <a:t>Flaticon</a:t>
            </a:r>
            <a:r>
              <a:rPr lang="en" sz="1100" b="1">
                <a:solidFill>
                  <a:schemeClr val="accent4"/>
                </a:solidFill>
                <a:latin typeface="Didact Gothic"/>
                <a:ea typeface="Didact Gothic"/>
                <a:cs typeface="Didact Gothic"/>
                <a:sym typeface="Didact Gothic"/>
              </a:rPr>
              <a:t>,</a:t>
            </a:r>
            <a:r>
              <a:rPr lang="en" sz="1100">
                <a:solidFill>
                  <a:schemeClr val="dk2"/>
                </a:solidFill>
                <a:latin typeface="Didact Gothic"/>
                <a:ea typeface="Didact Gothic"/>
                <a:cs typeface="Didact Gothic"/>
                <a:sym typeface="Didact Gothic"/>
              </a:rPr>
              <a:t> and infographics &amp; images by </a:t>
            </a:r>
            <a:r>
              <a:rPr lang="en" sz="1100" b="1">
                <a:solidFill>
                  <a:schemeClr val="accent4"/>
                </a:solidFill>
                <a:uFill>
                  <a:noFill/>
                </a:uFill>
                <a:latin typeface="Didact Gothic"/>
                <a:ea typeface="Didact Gothic"/>
                <a:cs typeface="Didact Gothic"/>
                <a:sym typeface="Didact Gothic"/>
                <a:hlinkClick r:id="rId4">
                  <a:extLst>
                    <a:ext uri="{A12FA001-AC4F-418D-AE19-62706E023703}">
                      <ahyp:hlinkClr xmlns:ahyp="http://schemas.microsoft.com/office/drawing/2018/hyperlinkcolor" val="tx"/>
                    </a:ext>
                  </a:extLst>
                </a:hlinkClick>
              </a:rPr>
              <a:t>Freepik</a:t>
            </a:r>
            <a:endParaRPr sz="1100" b="1">
              <a:solidFill>
                <a:schemeClr val="accent4"/>
              </a:solidFill>
              <a:latin typeface="Didact Gothic"/>
              <a:ea typeface="Didact Gothic"/>
              <a:cs typeface="Didact Gothic"/>
              <a:sym typeface="Didact Gothic"/>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BLANK_1_1_1_1_1_1_1">
    <p:spTree>
      <p:nvGrpSpPr>
        <p:cNvPr id="1" name="Shape 20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564300"/>
          </a:xfrm>
          <a:prstGeom prst="rect">
            <a:avLst/>
          </a:prstGeom>
          <a:noFill/>
          <a:ln>
            <a:noFill/>
          </a:ln>
          <a:effectLst>
            <a:outerShdw dist="38100" dir="2340000" algn="bl" rotWithShape="0">
              <a:schemeClr val="lt1"/>
            </a:outerShdw>
          </a:effectLst>
        </p:spPr>
        <p:txBody>
          <a:bodyPr spcFirstLastPara="1" wrap="square" lIns="91425" tIns="91425" rIns="91425" bIns="91425" anchor="ctr" anchorCtr="0">
            <a:noAutofit/>
          </a:bodyPr>
          <a:lstStyle>
            <a:lvl1pPr lvl="0" rtl="0">
              <a:spcBef>
                <a:spcPts val="0"/>
              </a:spcBef>
              <a:spcAft>
                <a:spcPts val="0"/>
              </a:spcAft>
              <a:buClr>
                <a:schemeClr val="dk1"/>
              </a:buClr>
              <a:buSzPts val="2800"/>
              <a:buFont typeface="Oswald"/>
              <a:buNone/>
              <a:defRPr sz="2800" b="1">
                <a:solidFill>
                  <a:schemeClr val="dk1"/>
                </a:solidFill>
                <a:latin typeface="Oswald"/>
                <a:ea typeface="Oswald"/>
                <a:cs typeface="Oswald"/>
                <a:sym typeface="Oswald"/>
              </a:defRPr>
            </a:lvl1pPr>
            <a:lvl2pPr lvl="1" rtl="0">
              <a:spcBef>
                <a:spcPts val="0"/>
              </a:spcBef>
              <a:spcAft>
                <a:spcPts val="0"/>
              </a:spcAft>
              <a:buClr>
                <a:schemeClr val="dk1"/>
              </a:buClr>
              <a:buSzPts val="2800"/>
              <a:buFont typeface="Oswald"/>
              <a:buNone/>
              <a:defRPr sz="2800" b="1">
                <a:solidFill>
                  <a:schemeClr val="dk1"/>
                </a:solidFill>
                <a:latin typeface="Oswald"/>
                <a:ea typeface="Oswald"/>
                <a:cs typeface="Oswald"/>
                <a:sym typeface="Oswald"/>
              </a:defRPr>
            </a:lvl2pPr>
            <a:lvl3pPr lvl="2" rtl="0">
              <a:spcBef>
                <a:spcPts val="0"/>
              </a:spcBef>
              <a:spcAft>
                <a:spcPts val="0"/>
              </a:spcAft>
              <a:buClr>
                <a:schemeClr val="dk1"/>
              </a:buClr>
              <a:buSzPts val="2800"/>
              <a:buFont typeface="Oswald"/>
              <a:buNone/>
              <a:defRPr sz="2800" b="1">
                <a:solidFill>
                  <a:schemeClr val="dk1"/>
                </a:solidFill>
                <a:latin typeface="Oswald"/>
                <a:ea typeface="Oswald"/>
                <a:cs typeface="Oswald"/>
                <a:sym typeface="Oswald"/>
              </a:defRPr>
            </a:lvl3pPr>
            <a:lvl4pPr lvl="3" rtl="0">
              <a:spcBef>
                <a:spcPts val="0"/>
              </a:spcBef>
              <a:spcAft>
                <a:spcPts val="0"/>
              </a:spcAft>
              <a:buClr>
                <a:schemeClr val="dk1"/>
              </a:buClr>
              <a:buSzPts val="2800"/>
              <a:buFont typeface="Oswald"/>
              <a:buNone/>
              <a:defRPr sz="2800" b="1">
                <a:solidFill>
                  <a:schemeClr val="dk1"/>
                </a:solidFill>
                <a:latin typeface="Oswald"/>
                <a:ea typeface="Oswald"/>
                <a:cs typeface="Oswald"/>
                <a:sym typeface="Oswald"/>
              </a:defRPr>
            </a:lvl4pPr>
            <a:lvl5pPr lvl="4" rtl="0">
              <a:spcBef>
                <a:spcPts val="0"/>
              </a:spcBef>
              <a:spcAft>
                <a:spcPts val="0"/>
              </a:spcAft>
              <a:buClr>
                <a:schemeClr val="dk1"/>
              </a:buClr>
              <a:buSzPts val="2800"/>
              <a:buFont typeface="Oswald"/>
              <a:buNone/>
              <a:defRPr sz="2800" b="1">
                <a:solidFill>
                  <a:schemeClr val="dk1"/>
                </a:solidFill>
                <a:latin typeface="Oswald"/>
                <a:ea typeface="Oswald"/>
                <a:cs typeface="Oswald"/>
                <a:sym typeface="Oswald"/>
              </a:defRPr>
            </a:lvl5pPr>
            <a:lvl6pPr lvl="5" rtl="0">
              <a:spcBef>
                <a:spcPts val="0"/>
              </a:spcBef>
              <a:spcAft>
                <a:spcPts val="0"/>
              </a:spcAft>
              <a:buClr>
                <a:schemeClr val="dk1"/>
              </a:buClr>
              <a:buSzPts val="2800"/>
              <a:buFont typeface="Oswald"/>
              <a:buNone/>
              <a:defRPr sz="2800" b="1">
                <a:solidFill>
                  <a:schemeClr val="dk1"/>
                </a:solidFill>
                <a:latin typeface="Oswald"/>
                <a:ea typeface="Oswald"/>
                <a:cs typeface="Oswald"/>
                <a:sym typeface="Oswald"/>
              </a:defRPr>
            </a:lvl6pPr>
            <a:lvl7pPr lvl="6" rtl="0">
              <a:spcBef>
                <a:spcPts val="0"/>
              </a:spcBef>
              <a:spcAft>
                <a:spcPts val="0"/>
              </a:spcAft>
              <a:buClr>
                <a:schemeClr val="dk1"/>
              </a:buClr>
              <a:buSzPts val="2800"/>
              <a:buFont typeface="Oswald"/>
              <a:buNone/>
              <a:defRPr sz="2800" b="1">
                <a:solidFill>
                  <a:schemeClr val="dk1"/>
                </a:solidFill>
                <a:latin typeface="Oswald"/>
                <a:ea typeface="Oswald"/>
                <a:cs typeface="Oswald"/>
                <a:sym typeface="Oswald"/>
              </a:defRPr>
            </a:lvl7pPr>
            <a:lvl8pPr lvl="7" rtl="0">
              <a:spcBef>
                <a:spcPts val="0"/>
              </a:spcBef>
              <a:spcAft>
                <a:spcPts val="0"/>
              </a:spcAft>
              <a:buClr>
                <a:schemeClr val="dk1"/>
              </a:buClr>
              <a:buSzPts val="2800"/>
              <a:buFont typeface="Oswald"/>
              <a:buNone/>
              <a:defRPr sz="2800" b="1">
                <a:solidFill>
                  <a:schemeClr val="dk1"/>
                </a:solidFill>
                <a:latin typeface="Oswald"/>
                <a:ea typeface="Oswald"/>
                <a:cs typeface="Oswald"/>
                <a:sym typeface="Oswald"/>
              </a:defRPr>
            </a:lvl8pPr>
            <a:lvl9pPr lvl="8" rtl="0">
              <a:spcBef>
                <a:spcPts val="0"/>
              </a:spcBef>
              <a:spcAft>
                <a:spcPts val="0"/>
              </a:spcAft>
              <a:buClr>
                <a:schemeClr val="dk1"/>
              </a:buClr>
              <a:buSzPts val="2800"/>
              <a:buFont typeface="Oswald"/>
              <a:buNone/>
              <a:defRPr sz="2800" b="1">
                <a:solidFill>
                  <a:schemeClr val="dk1"/>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720000" y="1237083"/>
            <a:ext cx="7704000" cy="33663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1pPr>
            <a:lvl2pPr marL="914400" lvl="1" indent="-3175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2pPr>
            <a:lvl3pPr marL="1371600" lvl="2" indent="-3175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3pPr>
            <a:lvl4pPr marL="1828800" lvl="3" indent="-3175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4pPr>
            <a:lvl5pPr marL="2286000" lvl="4" indent="-3175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5pPr>
            <a:lvl6pPr marL="2743200" lvl="5" indent="-3175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6pPr>
            <a:lvl7pPr marL="3200400" lvl="6" indent="-3175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7pPr>
            <a:lvl8pPr marL="3657600" lvl="7" indent="-3175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8pPr>
            <a:lvl9pPr marL="4114800" lvl="8" indent="-317500">
              <a:lnSpc>
                <a:spcPct val="100000"/>
              </a:lnSpc>
              <a:spcBef>
                <a:spcPts val="1600"/>
              </a:spcBef>
              <a:spcAft>
                <a:spcPts val="1600"/>
              </a:spcAft>
              <a:buClr>
                <a:schemeClr val="dk1"/>
              </a:buClr>
              <a:buSzPts val="1400"/>
              <a:buFont typeface="Didact Gothic"/>
              <a:buChar char="■"/>
              <a:defRPr>
                <a:solidFill>
                  <a:schemeClr val="dk1"/>
                </a:solidFill>
                <a:latin typeface="Didact Gothic"/>
                <a:ea typeface="Didact Gothic"/>
                <a:cs typeface="Didact Gothic"/>
                <a:sym typeface="Didact Gothic"/>
              </a:defRPr>
            </a:lvl9pPr>
          </a:lstStyle>
          <a:p>
            <a:endParaRPr/>
          </a:p>
        </p:txBody>
      </p:sp>
      <p:grpSp>
        <p:nvGrpSpPr>
          <p:cNvPr id="8" name="Google Shape;8;p1"/>
          <p:cNvGrpSpPr/>
          <p:nvPr/>
        </p:nvGrpSpPr>
        <p:grpSpPr>
          <a:xfrm>
            <a:off x="256853" y="190466"/>
            <a:ext cx="8630292" cy="4784103"/>
            <a:chOff x="256853" y="190466"/>
            <a:chExt cx="8630292" cy="4784103"/>
          </a:xfrm>
        </p:grpSpPr>
        <p:grpSp>
          <p:nvGrpSpPr>
            <p:cNvPr id="9" name="Google Shape;9;p1"/>
            <p:cNvGrpSpPr/>
            <p:nvPr/>
          </p:nvGrpSpPr>
          <p:grpSpPr>
            <a:xfrm>
              <a:off x="256853" y="190466"/>
              <a:ext cx="195829" cy="195753"/>
              <a:chOff x="3258600" y="2392325"/>
              <a:chExt cx="101550" cy="101500"/>
            </a:xfrm>
          </p:grpSpPr>
          <p:sp>
            <p:nvSpPr>
              <p:cNvPr id="10" name="Google Shape;10;p1"/>
              <p:cNvSpPr/>
              <p:nvPr/>
            </p:nvSpPr>
            <p:spPr>
              <a:xfrm>
                <a:off x="3258600" y="2435000"/>
                <a:ext cx="101550" cy="16225"/>
              </a:xfrm>
              <a:custGeom>
                <a:avLst/>
                <a:gdLst/>
                <a:ahLst/>
                <a:cxnLst/>
                <a:rect l="l" t="t" r="r" b="b"/>
                <a:pathLst>
                  <a:path w="4062" h="649" extrusionOk="0">
                    <a:moveTo>
                      <a:pt x="324" y="1"/>
                    </a:moveTo>
                    <a:cubicBezTo>
                      <a:pt x="146" y="1"/>
                      <a:pt x="0" y="145"/>
                      <a:pt x="0" y="324"/>
                    </a:cubicBezTo>
                    <a:cubicBezTo>
                      <a:pt x="0" y="503"/>
                      <a:pt x="146" y="648"/>
                      <a:pt x="324" y="648"/>
                    </a:cubicBezTo>
                    <a:lnTo>
                      <a:pt x="3738" y="648"/>
                    </a:lnTo>
                    <a:cubicBezTo>
                      <a:pt x="3916" y="648"/>
                      <a:pt x="4061" y="503"/>
                      <a:pt x="4061" y="324"/>
                    </a:cubicBezTo>
                    <a:cubicBezTo>
                      <a:pt x="4061" y="145"/>
                      <a:pt x="3916" y="1"/>
                      <a:pt x="3738" y="1"/>
                    </a:cubicBezTo>
                    <a:close/>
                  </a:path>
                </a:pathLst>
              </a:custGeom>
              <a:solidFill>
                <a:srgbClr val="FF2C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
              <p:cNvSpPr/>
              <p:nvPr/>
            </p:nvSpPr>
            <p:spPr>
              <a:xfrm>
                <a:off x="3301275" y="2392325"/>
                <a:ext cx="16225" cy="101500"/>
              </a:xfrm>
              <a:custGeom>
                <a:avLst/>
                <a:gdLst/>
                <a:ahLst/>
                <a:cxnLst/>
                <a:rect l="l" t="t" r="r" b="b"/>
                <a:pathLst>
                  <a:path w="649" h="4060" extrusionOk="0">
                    <a:moveTo>
                      <a:pt x="325" y="0"/>
                    </a:moveTo>
                    <a:cubicBezTo>
                      <a:pt x="146" y="0"/>
                      <a:pt x="1" y="144"/>
                      <a:pt x="1" y="324"/>
                    </a:cubicBezTo>
                    <a:lnTo>
                      <a:pt x="1" y="3736"/>
                    </a:lnTo>
                    <a:cubicBezTo>
                      <a:pt x="1" y="3916"/>
                      <a:pt x="146" y="4060"/>
                      <a:pt x="325" y="4060"/>
                    </a:cubicBezTo>
                    <a:cubicBezTo>
                      <a:pt x="504" y="4060"/>
                      <a:pt x="647" y="3917"/>
                      <a:pt x="648" y="3736"/>
                    </a:cubicBezTo>
                    <a:lnTo>
                      <a:pt x="648" y="324"/>
                    </a:lnTo>
                    <a:cubicBezTo>
                      <a:pt x="648" y="144"/>
                      <a:pt x="504" y="0"/>
                      <a:pt x="325" y="0"/>
                    </a:cubicBezTo>
                    <a:close/>
                  </a:path>
                </a:pathLst>
              </a:custGeom>
              <a:solidFill>
                <a:srgbClr val="FF2C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 name="Google Shape;12;p1"/>
            <p:cNvGrpSpPr/>
            <p:nvPr/>
          </p:nvGrpSpPr>
          <p:grpSpPr>
            <a:xfrm>
              <a:off x="8691316" y="190466"/>
              <a:ext cx="195829" cy="195753"/>
              <a:chOff x="3258600" y="2392325"/>
              <a:chExt cx="101550" cy="101500"/>
            </a:xfrm>
          </p:grpSpPr>
          <p:sp>
            <p:nvSpPr>
              <p:cNvPr id="13" name="Google Shape;13;p1"/>
              <p:cNvSpPr/>
              <p:nvPr/>
            </p:nvSpPr>
            <p:spPr>
              <a:xfrm>
                <a:off x="3258600" y="2435000"/>
                <a:ext cx="101550" cy="16225"/>
              </a:xfrm>
              <a:custGeom>
                <a:avLst/>
                <a:gdLst/>
                <a:ahLst/>
                <a:cxnLst/>
                <a:rect l="l" t="t" r="r" b="b"/>
                <a:pathLst>
                  <a:path w="4062" h="649" extrusionOk="0">
                    <a:moveTo>
                      <a:pt x="324" y="1"/>
                    </a:moveTo>
                    <a:cubicBezTo>
                      <a:pt x="146" y="1"/>
                      <a:pt x="0" y="145"/>
                      <a:pt x="0" y="324"/>
                    </a:cubicBezTo>
                    <a:cubicBezTo>
                      <a:pt x="0" y="503"/>
                      <a:pt x="146" y="648"/>
                      <a:pt x="324" y="648"/>
                    </a:cubicBezTo>
                    <a:lnTo>
                      <a:pt x="3738" y="648"/>
                    </a:lnTo>
                    <a:cubicBezTo>
                      <a:pt x="3916" y="648"/>
                      <a:pt x="4061" y="503"/>
                      <a:pt x="4061" y="324"/>
                    </a:cubicBezTo>
                    <a:cubicBezTo>
                      <a:pt x="4061" y="145"/>
                      <a:pt x="3916" y="1"/>
                      <a:pt x="3738" y="1"/>
                    </a:cubicBezTo>
                    <a:close/>
                  </a:path>
                </a:pathLst>
              </a:custGeom>
              <a:solidFill>
                <a:srgbClr val="FF2C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1"/>
              <p:cNvSpPr/>
              <p:nvPr/>
            </p:nvSpPr>
            <p:spPr>
              <a:xfrm>
                <a:off x="3301275" y="2392325"/>
                <a:ext cx="16225" cy="101500"/>
              </a:xfrm>
              <a:custGeom>
                <a:avLst/>
                <a:gdLst/>
                <a:ahLst/>
                <a:cxnLst/>
                <a:rect l="l" t="t" r="r" b="b"/>
                <a:pathLst>
                  <a:path w="649" h="4060" extrusionOk="0">
                    <a:moveTo>
                      <a:pt x="325" y="0"/>
                    </a:moveTo>
                    <a:cubicBezTo>
                      <a:pt x="146" y="0"/>
                      <a:pt x="1" y="144"/>
                      <a:pt x="1" y="324"/>
                    </a:cubicBezTo>
                    <a:lnTo>
                      <a:pt x="1" y="3736"/>
                    </a:lnTo>
                    <a:cubicBezTo>
                      <a:pt x="1" y="3916"/>
                      <a:pt x="146" y="4060"/>
                      <a:pt x="325" y="4060"/>
                    </a:cubicBezTo>
                    <a:cubicBezTo>
                      <a:pt x="504" y="4060"/>
                      <a:pt x="647" y="3917"/>
                      <a:pt x="648" y="3736"/>
                    </a:cubicBezTo>
                    <a:lnTo>
                      <a:pt x="648" y="324"/>
                    </a:lnTo>
                    <a:cubicBezTo>
                      <a:pt x="648" y="144"/>
                      <a:pt x="504" y="0"/>
                      <a:pt x="325" y="0"/>
                    </a:cubicBezTo>
                    <a:close/>
                  </a:path>
                </a:pathLst>
              </a:custGeom>
              <a:solidFill>
                <a:srgbClr val="FF2C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 name="Google Shape;15;p1"/>
            <p:cNvGrpSpPr/>
            <p:nvPr/>
          </p:nvGrpSpPr>
          <p:grpSpPr>
            <a:xfrm>
              <a:off x="256853" y="4778816"/>
              <a:ext cx="195829" cy="195753"/>
              <a:chOff x="3258600" y="2392325"/>
              <a:chExt cx="101550" cy="101500"/>
            </a:xfrm>
          </p:grpSpPr>
          <p:sp>
            <p:nvSpPr>
              <p:cNvPr id="16" name="Google Shape;16;p1"/>
              <p:cNvSpPr/>
              <p:nvPr/>
            </p:nvSpPr>
            <p:spPr>
              <a:xfrm>
                <a:off x="3258600" y="2435000"/>
                <a:ext cx="101550" cy="16225"/>
              </a:xfrm>
              <a:custGeom>
                <a:avLst/>
                <a:gdLst/>
                <a:ahLst/>
                <a:cxnLst/>
                <a:rect l="l" t="t" r="r" b="b"/>
                <a:pathLst>
                  <a:path w="4062" h="649" extrusionOk="0">
                    <a:moveTo>
                      <a:pt x="324" y="1"/>
                    </a:moveTo>
                    <a:cubicBezTo>
                      <a:pt x="146" y="1"/>
                      <a:pt x="0" y="145"/>
                      <a:pt x="0" y="324"/>
                    </a:cubicBezTo>
                    <a:cubicBezTo>
                      <a:pt x="0" y="503"/>
                      <a:pt x="146" y="648"/>
                      <a:pt x="324" y="648"/>
                    </a:cubicBezTo>
                    <a:lnTo>
                      <a:pt x="3738" y="648"/>
                    </a:lnTo>
                    <a:cubicBezTo>
                      <a:pt x="3916" y="648"/>
                      <a:pt x="4061" y="503"/>
                      <a:pt x="4061" y="324"/>
                    </a:cubicBezTo>
                    <a:cubicBezTo>
                      <a:pt x="4061" y="145"/>
                      <a:pt x="3916" y="1"/>
                      <a:pt x="3738" y="1"/>
                    </a:cubicBezTo>
                    <a:close/>
                  </a:path>
                </a:pathLst>
              </a:custGeom>
              <a:solidFill>
                <a:srgbClr val="FF2C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1"/>
              <p:cNvSpPr/>
              <p:nvPr/>
            </p:nvSpPr>
            <p:spPr>
              <a:xfrm>
                <a:off x="3301275" y="2392325"/>
                <a:ext cx="16225" cy="101500"/>
              </a:xfrm>
              <a:custGeom>
                <a:avLst/>
                <a:gdLst/>
                <a:ahLst/>
                <a:cxnLst/>
                <a:rect l="l" t="t" r="r" b="b"/>
                <a:pathLst>
                  <a:path w="649" h="4060" extrusionOk="0">
                    <a:moveTo>
                      <a:pt x="325" y="0"/>
                    </a:moveTo>
                    <a:cubicBezTo>
                      <a:pt x="146" y="0"/>
                      <a:pt x="1" y="144"/>
                      <a:pt x="1" y="324"/>
                    </a:cubicBezTo>
                    <a:lnTo>
                      <a:pt x="1" y="3736"/>
                    </a:lnTo>
                    <a:cubicBezTo>
                      <a:pt x="1" y="3916"/>
                      <a:pt x="146" y="4060"/>
                      <a:pt x="325" y="4060"/>
                    </a:cubicBezTo>
                    <a:cubicBezTo>
                      <a:pt x="504" y="4060"/>
                      <a:pt x="647" y="3917"/>
                      <a:pt x="648" y="3736"/>
                    </a:cubicBezTo>
                    <a:lnTo>
                      <a:pt x="648" y="324"/>
                    </a:lnTo>
                    <a:cubicBezTo>
                      <a:pt x="648" y="144"/>
                      <a:pt x="504" y="0"/>
                      <a:pt x="325" y="0"/>
                    </a:cubicBezTo>
                    <a:close/>
                  </a:path>
                </a:pathLst>
              </a:custGeom>
              <a:solidFill>
                <a:srgbClr val="FF2C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1"/>
            <p:cNvGrpSpPr/>
            <p:nvPr/>
          </p:nvGrpSpPr>
          <p:grpSpPr>
            <a:xfrm>
              <a:off x="8691316" y="4778816"/>
              <a:ext cx="195829" cy="195753"/>
              <a:chOff x="3258600" y="2392325"/>
              <a:chExt cx="101550" cy="101500"/>
            </a:xfrm>
          </p:grpSpPr>
          <p:sp>
            <p:nvSpPr>
              <p:cNvPr id="19" name="Google Shape;19;p1"/>
              <p:cNvSpPr/>
              <p:nvPr/>
            </p:nvSpPr>
            <p:spPr>
              <a:xfrm>
                <a:off x="3258600" y="2435000"/>
                <a:ext cx="101550" cy="16225"/>
              </a:xfrm>
              <a:custGeom>
                <a:avLst/>
                <a:gdLst/>
                <a:ahLst/>
                <a:cxnLst/>
                <a:rect l="l" t="t" r="r" b="b"/>
                <a:pathLst>
                  <a:path w="4062" h="649" extrusionOk="0">
                    <a:moveTo>
                      <a:pt x="324" y="1"/>
                    </a:moveTo>
                    <a:cubicBezTo>
                      <a:pt x="146" y="1"/>
                      <a:pt x="0" y="145"/>
                      <a:pt x="0" y="324"/>
                    </a:cubicBezTo>
                    <a:cubicBezTo>
                      <a:pt x="0" y="503"/>
                      <a:pt x="146" y="648"/>
                      <a:pt x="324" y="648"/>
                    </a:cubicBezTo>
                    <a:lnTo>
                      <a:pt x="3738" y="648"/>
                    </a:lnTo>
                    <a:cubicBezTo>
                      <a:pt x="3916" y="648"/>
                      <a:pt x="4061" y="503"/>
                      <a:pt x="4061" y="324"/>
                    </a:cubicBezTo>
                    <a:cubicBezTo>
                      <a:pt x="4061" y="145"/>
                      <a:pt x="3916" y="1"/>
                      <a:pt x="3738" y="1"/>
                    </a:cubicBezTo>
                    <a:close/>
                  </a:path>
                </a:pathLst>
              </a:custGeom>
              <a:solidFill>
                <a:srgbClr val="FF2C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1"/>
              <p:cNvSpPr/>
              <p:nvPr/>
            </p:nvSpPr>
            <p:spPr>
              <a:xfrm>
                <a:off x="3301275" y="2392325"/>
                <a:ext cx="16225" cy="101500"/>
              </a:xfrm>
              <a:custGeom>
                <a:avLst/>
                <a:gdLst/>
                <a:ahLst/>
                <a:cxnLst/>
                <a:rect l="l" t="t" r="r" b="b"/>
                <a:pathLst>
                  <a:path w="649" h="4060" extrusionOk="0">
                    <a:moveTo>
                      <a:pt x="325" y="0"/>
                    </a:moveTo>
                    <a:cubicBezTo>
                      <a:pt x="146" y="0"/>
                      <a:pt x="1" y="144"/>
                      <a:pt x="1" y="324"/>
                    </a:cubicBezTo>
                    <a:lnTo>
                      <a:pt x="1" y="3736"/>
                    </a:lnTo>
                    <a:cubicBezTo>
                      <a:pt x="1" y="3916"/>
                      <a:pt x="146" y="4060"/>
                      <a:pt x="325" y="4060"/>
                    </a:cubicBezTo>
                    <a:cubicBezTo>
                      <a:pt x="504" y="4060"/>
                      <a:pt x="647" y="3917"/>
                      <a:pt x="648" y="3736"/>
                    </a:cubicBezTo>
                    <a:lnTo>
                      <a:pt x="648" y="324"/>
                    </a:lnTo>
                    <a:cubicBezTo>
                      <a:pt x="648" y="144"/>
                      <a:pt x="504" y="0"/>
                      <a:pt x="325" y="0"/>
                    </a:cubicBezTo>
                    <a:close/>
                  </a:path>
                </a:pathLst>
              </a:custGeom>
              <a:solidFill>
                <a:srgbClr val="FF2C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4" r:id="rId4"/>
    <p:sldLayoutId id="2147483658" r:id="rId5"/>
    <p:sldLayoutId id="2147483659" r:id="rId6"/>
    <p:sldLayoutId id="2147483660" r:id="rId7"/>
    <p:sldLayoutId id="2147483661" r:id="rId8"/>
    <p:sldLayoutId id="2147483662" r:id="rId9"/>
    <p:sldLayoutId id="2147483664" r:id="rId10"/>
    <p:sldLayoutId id="2147483669" r:id="rId11"/>
    <p:sldLayoutId id="214748367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7"/>
          <p:cNvSpPr txBox="1">
            <a:spLocks noGrp="1"/>
          </p:cNvSpPr>
          <p:nvPr>
            <p:ph type="ctrTitle"/>
          </p:nvPr>
        </p:nvSpPr>
        <p:spPr>
          <a:xfrm>
            <a:off x="725220" y="1362704"/>
            <a:ext cx="5450028" cy="1558553"/>
          </a:xfrm>
          <a:prstGeom prst="rect">
            <a:avLst/>
          </a:prstGeom>
          <a:effectLst>
            <a:outerShdw blurRad="50800" dist="38100" dir="2700000" algn="tl" rotWithShape="0">
              <a:prstClr val="black">
                <a:alpha val="40000"/>
              </a:prstClr>
            </a:outerShdw>
          </a:effectLst>
        </p:spPr>
        <p:txBody>
          <a:bodyPr spcFirstLastPara="1" wrap="square" lIns="91425" tIns="91425" rIns="91425" bIns="91425" anchor="b" anchorCtr="0">
            <a:noAutofit/>
          </a:bodyPr>
          <a:lstStyle/>
          <a:p>
            <a:pPr marL="0" lvl="0" indent="0" algn="l" rtl="0">
              <a:spcBef>
                <a:spcPts val="0"/>
              </a:spcBef>
              <a:spcAft>
                <a:spcPts val="0"/>
              </a:spcAft>
              <a:buNone/>
            </a:pPr>
            <a:r>
              <a:rPr lang="en-US" sz="4400" dirty="0">
                <a:solidFill>
                  <a:schemeClr val="dk1"/>
                </a:solidFill>
                <a:effectLst>
                  <a:outerShdw blurRad="38100" dist="38100" dir="2700000" algn="tl">
                    <a:srgbClr val="000000">
                      <a:alpha val="43137"/>
                    </a:srgbClr>
                  </a:outerShdw>
                </a:effectLst>
              </a:rPr>
              <a:t>Système de gestion de location de voitures</a:t>
            </a:r>
          </a:p>
        </p:txBody>
      </p:sp>
      <p:sp>
        <p:nvSpPr>
          <p:cNvPr id="212" name="Google Shape;212;p27"/>
          <p:cNvSpPr txBox="1">
            <a:spLocks noGrp="1"/>
          </p:cNvSpPr>
          <p:nvPr>
            <p:ph type="subTitle" idx="1"/>
          </p:nvPr>
        </p:nvSpPr>
        <p:spPr>
          <a:xfrm>
            <a:off x="719988" y="4042215"/>
            <a:ext cx="5666700" cy="839766"/>
          </a:xfrm>
          <a:prstGeom prst="rect">
            <a:avLst/>
          </a:prstGeom>
          <a:effectLst>
            <a:outerShdw blurRad="50800" dist="38100" dir="2700000" algn="tl" rotWithShape="0">
              <a:prstClr val="black">
                <a:alpha val="40000"/>
              </a:prst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kumimoji="0" lang="en-US" sz="1200" b="1" i="0" u="none" strike="noStrike" kern="1200" cap="none" spc="0" normalizeH="0" baseline="0" noProof="0" dirty="0" err="1">
                <a:ln>
                  <a:noFill/>
                </a:ln>
                <a:solidFill>
                  <a:schemeClr val="tx1"/>
                </a:solidFill>
                <a:effectLst>
                  <a:outerShdw blurRad="38100" dist="38100" dir="2700000" algn="tl">
                    <a:srgbClr val="000000">
                      <a:alpha val="43137"/>
                    </a:srgbClr>
                  </a:outerShdw>
                </a:effectLst>
                <a:uLnTx/>
                <a:uFillTx/>
                <a:latin typeface="Didact Gothic" panose="00000500000000000000" pitchFamily="2" charset="0"/>
                <a:ea typeface="Calibri" pitchFamily="34" charset="-122"/>
                <a:cs typeface="Calibri" pitchFamily="34" charset="-120"/>
              </a:rPr>
              <a:t>Réalisé</a:t>
            </a:r>
            <a:r>
              <a:rPr kumimoji="0" lang="en-US" sz="1200" b="1"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Didact Gothic" panose="00000500000000000000" pitchFamily="2" charset="0"/>
                <a:ea typeface="Calibri" pitchFamily="34" charset="-122"/>
                <a:cs typeface="Calibri" pitchFamily="34" charset="-120"/>
              </a:rPr>
              <a:t> par : </a:t>
            </a:r>
            <a:r>
              <a:rPr kumimoji="0" lang="en-US" sz="1200" b="1" i="0" u="none" strike="noStrike" kern="1200" cap="none" spc="0" normalizeH="0" baseline="0" noProof="0" dirty="0">
                <a:ln>
                  <a:noFill/>
                </a:ln>
                <a:solidFill>
                  <a:schemeClr val="accent5">
                    <a:lumMod val="60000"/>
                    <a:lumOff val="40000"/>
                  </a:schemeClr>
                </a:solidFill>
                <a:effectLst>
                  <a:outerShdw blurRad="38100" dist="38100" dir="2700000" algn="tl">
                    <a:srgbClr val="000000">
                      <a:alpha val="43137"/>
                    </a:srgbClr>
                  </a:outerShdw>
                </a:effectLst>
                <a:uLnTx/>
                <a:uFillTx/>
                <a:latin typeface="Didact Gothic" panose="00000500000000000000" pitchFamily="2" charset="0"/>
                <a:ea typeface="Calibri" pitchFamily="34" charset="-122"/>
                <a:cs typeface="Calibri" pitchFamily="34" charset="-120"/>
              </a:rPr>
              <a:t>Sabrine MEDKOURI-ZIDI</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err="1">
                <a:ln>
                  <a:noFill/>
                </a:ln>
                <a:solidFill>
                  <a:schemeClr val="tx1"/>
                </a:solidFill>
                <a:effectLst>
                  <a:outerShdw blurRad="38100" dist="38100" dir="2700000" algn="tl">
                    <a:srgbClr val="000000">
                      <a:alpha val="43137"/>
                    </a:srgbClr>
                  </a:outerShdw>
                </a:effectLst>
                <a:uLnTx/>
                <a:uFillTx/>
                <a:latin typeface="Didact Gothic" panose="00000500000000000000" pitchFamily="2" charset="0"/>
                <a:ea typeface="Calibri" pitchFamily="34" charset="-122"/>
                <a:cs typeface="Calibri" pitchFamily="34" charset="-120"/>
              </a:rPr>
              <a:t>Encadré</a:t>
            </a:r>
            <a:r>
              <a:rPr kumimoji="0" lang="en-US" sz="1200" b="1"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Didact Gothic" panose="00000500000000000000" pitchFamily="2" charset="0"/>
                <a:ea typeface="Calibri" pitchFamily="34" charset="-122"/>
                <a:cs typeface="Calibri" pitchFamily="34" charset="-120"/>
              </a:rPr>
              <a:t> par : </a:t>
            </a:r>
            <a:r>
              <a:rPr kumimoji="0" lang="en-US" sz="1200" b="1" i="0" u="none" strike="noStrike" kern="1200" cap="none" spc="0" normalizeH="0" baseline="0" noProof="0" dirty="0">
                <a:ln>
                  <a:noFill/>
                </a:ln>
                <a:solidFill>
                  <a:schemeClr val="accent5">
                    <a:lumMod val="60000"/>
                    <a:lumOff val="40000"/>
                  </a:schemeClr>
                </a:solidFill>
                <a:effectLst>
                  <a:outerShdw blurRad="38100" dist="38100" dir="2700000" algn="tl">
                    <a:srgbClr val="000000">
                      <a:alpha val="43137"/>
                    </a:srgbClr>
                  </a:outerShdw>
                </a:effectLst>
                <a:uLnTx/>
                <a:uFillTx/>
                <a:latin typeface="Didact Gothic" panose="00000500000000000000" pitchFamily="2" charset="0"/>
                <a:ea typeface="Calibri" pitchFamily="34" charset="-122"/>
                <a:cs typeface="Calibri" pitchFamily="34" charset="-120"/>
              </a:rPr>
              <a:t>M. Anas MOUFLIH</a:t>
            </a:r>
            <a:endParaRPr kumimoji="0" lang="en-US" sz="1200" b="0" i="0" u="none" strike="noStrike" kern="1200" cap="none" spc="0" normalizeH="0" baseline="0" noProof="0" dirty="0">
              <a:ln>
                <a:noFill/>
              </a:ln>
              <a:solidFill>
                <a:schemeClr val="accent5">
                  <a:lumMod val="60000"/>
                  <a:lumOff val="40000"/>
                </a:schemeClr>
              </a:solidFill>
              <a:effectLst>
                <a:outerShdw blurRad="38100" dist="38100" dir="2700000" algn="tl">
                  <a:srgbClr val="000000">
                    <a:alpha val="43137"/>
                  </a:srgbClr>
                </a:outerShdw>
              </a:effectLst>
              <a:uLnTx/>
              <a:uFillTx/>
              <a:latin typeface="Didact Gothic" panose="00000500000000000000" pitchFamily="2" charset="0"/>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Didact Gothic" panose="00000500000000000000" pitchFamily="2" charset="0"/>
                <a:ea typeface="Calibri" pitchFamily="34" charset="-122"/>
                <a:cs typeface="Calibri" pitchFamily="34" charset="-120"/>
              </a:rPr>
              <a:t>Durée : </a:t>
            </a:r>
            <a:r>
              <a:rPr kumimoji="0" lang="en-US" sz="1200" b="1" i="0" u="none" strike="noStrike" kern="1200" cap="none" spc="0" normalizeH="0" baseline="0" noProof="0" dirty="0">
                <a:ln>
                  <a:noFill/>
                </a:ln>
                <a:solidFill>
                  <a:schemeClr val="accent5">
                    <a:lumMod val="60000"/>
                    <a:lumOff val="40000"/>
                  </a:schemeClr>
                </a:solidFill>
                <a:effectLst>
                  <a:outerShdw blurRad="38100" dist="38100" dir="2700000" algn="tl">
                    <a:srgbClr val="000000">
                      <a:alpha val="43137"/>
                    </a:srgbClr>
                  </a:outerShdw>
                </a:effectLst>
                <a:uLnTx/>
                <a:uFillTx/>
                <a:latin typeface="Didact Gothic" panose="00000500000000000000" pitchFamily="2" charset="0"/>
                <a:ea typeface="Calibri" pitchFamily="34" charset="-122"/>
                <a:cs typeface="Calibri" pitchFamily="34" charset="-120"/>
              </a:rPr>
              <a:t>1 </a:t>
            </a:r>
            <a:r>
              <a:rPr kumimoji="0" lang="en-US" sz="1200" b="1" i="0" u="none" strike="noStrike" kern="1200" cap="none" spc="0" normalizeH="0" baseline="0" noProof="0" dirty="0" err="1">
                <a:ln>
                  <a:noFill/>
                </a:ln>
                <a:solidFill>
                  <a:schemeClr val="accent5">
                    <a:lumMod val="60000"/>
                    <a:lumOff val="40000"/>
                  </a:schemeClr>
                </a:solidFill>
                <a:effectLst>
                  <a:outerShdw blurRad="38100" dist="38100" dir="2700000" algn="tl">
                    <a:srgbClr val="000000">
                      <a:alpha val="43137"/>
                    </a:srgbClr>
                  </a:outerShdw>
                </a:effectLst>
                <a:uLnTx/>
                <a:uFillTx/>
                <a:latin typeface="Didact Gothic" panose="00000500000000000000" pitchFamily="2" charset="0"/>
                <a:ea typeface="Calibri" pitchFamily="34" charset="-122"/>
                <a:cs typeface="Calibri" pitchFamily="34" charset="-120"/>
              </a:rPr>
              <a:t>Semaine</a:t>
            </a:r>
            <a:r>
              <a:rPr kumimoji="0" lang="en-US" sz="1200" b="0" i="0" u="none" strike="noStrike" kern="1200" cap="none" spc="0" normalizeH="0" baseline="0" noProof="0" dirty="0">
                <a:ln>
                  <a:noFill/>
                </a:ln>
                <a:solidFill>
                  <a:schemeClr val="accent5">
                    <a:lumMod val="60000"/>
                    <a:lumOff val="40000"/>
                  </a:schemeClr>
                </a:solidFill>
                <a:effectLst>
                  <a:outerShdw blurRad="38100" dist="38100" dir="2700000" algn="tl">
                    <a:srgbClr val="000000">
                      <a:alpha val="43137"/>
                    </a:srgbClr>
                  </a:outerShdw>
                </a:effectLst>
                <a:uLnTx/>
                <a:uFillTx/>
                <a:latin typeface="Didact Gothic" panose="00000500000000000000" pitchFamily="2" charset="0"/>
                <a:ea typeface="Calibri" pitchFamily="34" charset="-122"/>
                <a:cs typeface="Calibri" pitchFamily="34" charset="-120"/>
              </a:rPr>
              <a:t>   </a:t>
            </a:r>
            <a:r>
              <a:rPr kumimoji="0" lang="en-US" sz="1200" b="0" i="0" u="none" strike="noStrike" kern="1200" cap="none" spc="0" normalizeH="0" baseline="0" noProof="0" dirty="0">
                <a:ln>
                  <a:noFill/>
                </a:ln>
                <a:solidFill>
                  <a:srgbClr val="8892A4"/>
                </a:solidFill>
                <a:effectLst>
                  <a:outerShdw blurRad="38100" dist="38100" dir="2700000" algn="tl">
                    <a:srgbClr val="000000">
                      <a:alpha val="43137"/>
                    </a:srgbClr>
                  </a:outerShdw>
                </a:effectLst>
                <a:uLnTx/>
                <a:uFillTx/>
                <a:latin typeface="Didact Gothic" panose="00000500000000000000" pitchFamily="2" charset="0"/>
                <a:ea typeface="Calibri" pitchFamily="34" charset="-122"/>
                <a:cs typeface="Calibri" pitchFamily="34" charset="-120"/>
              </a:rPr>
              <a:t>|   </a:t>
            </a:r>
            <a:r>
              <a:rPr kumimoji="0" lang="en-US" sz="1200" b="1"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Didact Gothic" panose="00000500000000000000" pitchFamily="2" charset="0"/>
                <a:ea typeface="Calibri" pitchFamily="34" charset="-122"/>
                <a:cs typeface="Calibri" pitchFamily="34" charset="-120"/>
              </a:rPr>
              <a:t>Année </a:t>
            </a:r>
            <a:r>
              <a:rPr kumimoji="0" lang="en-US" sz="1200" b="1" i="0" u="none" strike="noStrike" kern="1200" cap="none" spc="0" normalizeH="0" baseline="0" noProof="0" dirty="0" err="1">
                <a:ln>
                  <a:noFill/>
                </a:ln>
                <a:solidFill>
                  <a:schemeClr val="tx1"/>
                </a:solidFill>
                <a:effectLst>
                  <a:outerShdw blurRad="38100" dist="38100" dir="2700000" algn="tl">
                    <a:srgbClr val="000000">
                      <a:alpha val="43137"/>
                    </a:srgbClr>
                  </a:outerShdw>
                </a:effectLst>
                <a:uLnTx/>
                <a:uFillTx/>
                <a:latin typeface="Didact Gothic" panose="00000500000000000000" pitchFamily="2" charset="0"/>
                <a:ea typeface="Calibri" pitchFamily="34" charset="-122"/>
                <a:cs typeface="Calibri" pitchFamily="34" charset="-120"/>
              </a:rPr>
              <a:t>académique</a:t>
            </a:r>
            <a:r>
              <a:rPr kumimoji="0" lang="en-US" sz="1200" b="1"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Didact Gothic" panose="00000500000000000000" pitchFamily="2" charset="0"/>
                <a:ea typeface="Calibri" pitchFamily="34" charset="-122"/>
                <a:cs typeface="Calibri" pitchFamily="34" charset="-120"/>
              </a:rPr>
              <a:t> : </a:t>
            </a:r>
            <a:r>
              <a:rPr kumimoji="0" lang="en-US" sz="1200" b="1" i="0" u="none" strike="noStrike" kern="1200" cap="none" spc="0" normalizeH="0" baseline="0" noProof="0" dirty="0">
                <a:ln>
                  <a:noFill/>
                </a:ln>
                <a:solidFill>
                  <a:schemeClr val="accent5">
                    <a:lumMod val="60000"/>
                    <a:lumOff val="40000"/>
                  </a:schemeClr>
                </a:solidFill>
                <a:effectLst>
                  <a:outerShdw blurRad="38100" dist="38100" dir="2700000" algn="tl">
                    <a:srgbClr val="000000">
                      <a:alpha val="43137"/>
                    </a:srgbClr>
                  </a:outerShdw>
                </a:effectLst>
                <a:uLnTx/>
                <a:uFillTx/>
                <a:latin typeface="Didact Gothic" panose="00000500000000000000" pitchFamily="2" charset="0"/>
                <a:ea typeface="Calibri" pitchFamily="34" charset="-122"/>
                <a:cs typeface="Calibri" pitchFamily="34" charset="-120"/>
              </a:rPr>
              <a:t>2025/2026</a:t>
            </a:r>
            <a:endParaRPr kumimoji="0" lang="en-US" sz="1200" b="0" i="0" u="none" strike="noStrike" kern="1200" cap="none" spc="0" normalizeH="0" baseline="0" noProof="0" dirty="0">
              <a:ln>
                <a:noFill/>
              </a:ln>
              <a:solidFill>
                <a:schemeClr val="accent5">
                  <a:lumMod val="60000"/>
                  <a:lumOff val="40000"/>
                </a:schemeClr>
              </a:solidFill>
              <a:effectLst>
                <a:outerShdw blurRad="38100" dist="38100" dir="2700000" algn="tl">
                  <a:srgbClr val="000000">
                    <a:alpha val="43137"/>
                  </a:srgbClr>
                </a:outerShdw>
              </a:effectLst>
              <a:uLnTx/>
              <a:uFillTx/>
              <a:latin typeface="Didact Gothic" panose="00000500000000000000" pitchFamily="2" charset="0"/>
              <a:ea typeface="+mn-ea"/>
              <a:cs typeface="+mn-cs"/>
            </a:endParaRPr>
          </a:p>
          <a:p>
            <a:pPr marL="0" lvl="0" indent="0" algn="l" rtl="0">
              <a:spcBef>
                <a:spcPts val="0"/>
              </a:spcBef>
              <a:spcAft>
                <a:spcPts val="0"/>
              </a:spcAft>
              <a:buNone/>
            </a:pPr>
            <a:endParaRPr dirty="0">
              <a:effectLst>
                <a:outerShdw blurRad="38100" dist="38100" dir="2700000" algn="tl">
                  <a:srgbClr val="000000">
                    <a:alpha val="43137"/>
                  </a:srgbClr>
                </a:outerShdw>
              </a:effectLst>
            </a:endParaRPr>
          </a:p>
        </p:txBody>
      </p:sp>
      <p:sp>
        <p:nvSpPr>
          <p:cNvPr id="213" name="Google Shape;213;p27"/>
          <p:cNvSpPr txBox="1">
            <a:spLocks noGrp="1"/>
          </p:cNvSpPr>
          <p:nvPr>
            <p:ph type="ctrTitle" idx="2"/>
          </p:nvPr>
        </p:nvSpPr>
        <p:spPr>
          <a:xfrm>
            <a:off x="719988" y="3018224"/>
            <a:ext cx="3068522" cy="458700"/>
          </a:xfrm>
          <a:prstGeom prst="rect">
            <a:avLst/>
          </a:prstGeom>
          <a:effectLst>
            <a:outerShdw blurRad="50800" dist="38100" dir="2700000" algn="tl" rotWithShape="0">
              <a:prstClr val="black">
                <a:alpha val="40000"/>
              </a:prstClr>
            </a:outerShdw>
          </a:effectLst>
        </p:spPr>
        <p:txBody>
          <a:bodyPr spcFirstLastPara="1" wrap="square" lIns="91425" tIns="91425" rIns="91425" bIns="91425" anchor="b" anchorCtr="0">
            <a:noAutofit/>
          </a:bodyPr>
          <a:lstStyle/>
          <a:p>
            <a:pPr marL="0" lvl="0" indent="0" algn="l" rtl="0">
              <a:spcBef>
                <a:spcPts val="0"/>
              </a:spcBef>
              <a:spcAft>
                <a:spcPts val="0"/>
              </a:spcAft>
              <a:buNone/>
            </a:pPr>
            <a:r>
              <a:rPr lang="en-US" dirty="0">
                <a:effectLst>
                  <a:outerShdw blurRad="38100" dist="38100" dir="2700000" algn="tl">
                    <a:srgbClr val="000000">
                      <a:alpha val="43137"/>
                    </a:srgbClr>
                  </a:outerShdw>
                </a:effectLst>
              </a:rPr>
              <a:t>Mini-</a:t>
            </a:r>
            <a:r>
              <a:rPr lang="en-US" dirty="0" err="1">
                <a:effectLst>
                  <a:outerShdw blurRad="38100" dist="38100" dir="2700000" algn="tl">
                    <a:srgbClr val="000000">
                      <a:alpha val="43137"/>
                    </a:srgbClr>
                  </a:outerShdw>
                </a:effectLst>
              </a:rPr>
              <a:t>Projet</a:t>
            </a:r>
            <a:endParaRPr lang="en-US" dirty="0">
              <a:effectLst>
                <a:outerShdw blurRad="38100" dist="38100" dir="2700000" algn="tl">
                  <a:srgbClr val="000000">
                    <a:alpha val="43137"/>
                  </a:srgbClr>
                </a:outerShdw>
              </a:effectLst>
            </a:endParaRPr>
          </a:p>
        </p:txBody>
      </p:sp>
      <p:grpSp>
        <p:nvGrpSpPr>
          <p:cNvPr id="214" name="Google Shape;214;p27"/>
          <p:cNvGrpSpPr/>
          <p:nvPr/>
        </p:nvGrpSpPr>
        <p:grpSpPr>
          <a:xfrm>
            <a:off x="6386688" y="1045600"/>
            <a:ext cx="2205450" cy="2821231"/>
            <a:chOff x="6386688" y="1045600"/>
            <a:chExt cx="2205450" cy="2821231"/>
          </a:xfrm>
          <a:effectLst>
            <a:outerShdw blurRad="50800" dist="38100" dir="2700000" algn="tl" rotWithShape="0">
              <a:prstClr val="black">
                <a:alpha val="40000"/>
              </a:prstClr>
            </a:outerShdw>
          </a:effectLst>
        </p:grpSpPr>
        <p:sp>
          <p:nvSpPr>
            <p:cNvPr id="215" name="Google Shape;215;p27"/>
            <p:cNvSpPr/>
            <p:nvPr/>
          </p:nvSpPr>
          <p:spPr>
            <a:xfrm>
              <a:off x="7031834" y="3687038"/>
              <a:ext cx="525433" cy="179793"/>
            </a:xfrm>
            <a:custGeom>
              <a:avLst/>
              <a:gdLst/>
              <a:ahLst/>
              <a:cxnLst/>
              <a:rect l="l" t="t" r="r" b="b"/>
              <a:pathLst>
                <a:path w="4898" h="1676" extrusionOk="0">
                  <a:moveTo>
                    <a:pt x="1" y="1"/>
                  </a:moveTo>
                  <a:cubicBezTo>
                    <a:pt x="1" y="925"/>
                    <a:pt x="750" y="1676"/>
                    <a:pt x="1674" y="1676"/>
                  </a:cubicBezTo>
                  <a:lnTo>
                    <a:pt x="3223" y="1676"/>
                  </a:lnTo>
                  <a:cubicBezTo>
                    <a:pt x="4147" y="1676"/>
                    <a:pt x="4898" y="925"/>
                    <a:pt x="48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216" name="Google Shape;216;p27"/>
            <p:cNvSpPr/>
            <p:nvPr/>
          </p:nvSpPr>
          <p:spPr>
            <a:xfrm>
              <a:off x="6453300" y="1429114"/>
              <a:ext cx="1689796" cy="2065258"/>
            </a:xfrm>
            <a:custGeom>
              <a:avLst/>
              <a:gdLst/>
              <a:ahLst/>
              <a:cxnLst/>
              <a:rect l="l" t="t" r="r" b="b"/>
              <a:pathLst>
                <a:path w="15752" h="19252" extrusionOk="0">
                  <a:moveTo>
                    <a:pt x="7842" y="0"/>
                  </a:moveTo>
                  <a:cubicBezTo>
                    <a:pt x="3510" y="0"/>
                    <a:pt x="0" y="3508"/>
                    <a:pt x="0" y="7839"/>
                  </a:cubicBezTo>
                  <a:cubicBezTo>
                    <a:pt x="0" y="10629"/>
                    <a:pt x="1452" y="13072"/>
                    <a:pt x="3641" y="14463"/>
                  </a:cubicBezTo>
                  <a:cubicBezTo>
                    <a:pt x="4315" y="14893"/>
                    <a:pt x="4715" y="15645"/>
                    <a:pt x="4715" y="16446"/>
                  </a:cubicBezTo>
                  <a:lnTo>
                    <a:pt x="4715" y="19251"/>
                  </a:lnTo>
                  <a:lnTo>
                    <a:pt x="10968" y="19251"/>
                  </a:lnTo>
                  <a:lnTo>
                    <a:pt x="10968" y="16446"/>
                  </a:lnTo>
                  <a:cubicBezTo>
                    <a:pt x="10968" y="15652"/>
                    <a:pt x="11357" y="14896"/>
                    <a:pt x="12026" y="14473"/>
                  </a:cubicBezTo>
                  <a:cubicBezTo>
                    <a:pt x="14277" y="13050"/>
                    <a:pt x="15752" y="10515"/>
                    <a:pt x="15681" y="7641"/>
                  </a:cubicBezTo>
                  <a:cubicBezTo>
                    <a:pt x="15581" y="3619"/>
                    <a:pt x="12362" y="268"/>
                    <a:pt x="8345" y="16"/>
                  </a:cubicBezTo>
                  <a:cubicBezTo>
                    <a:pt x="8176" y="5"/>
                    <a:pt x="8008" y="0"/>
                    <a:pt x="78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217" name="Google Shape;217;p27"/>
            <p:cNvSpPr/>
            <p:nvPr/>
          </p:nvSpPr>
          <p:spPr>
            <a:xfrm>
              <a:off x="6891519" y="3413916"/>
              <a:ext cx="805850" cy="111351"/>
            </a:xfrm>
            <a:custGeom>
              <a:avLst/>
              <a:gdLst/>
              <a:ahLst/>
              <a:cxnLst/>
              <a:rect l="l" t="t" r="r" b="b"/>
              <a:pathLst>
                <a:path w="7512" h="1038" extrusionOk="0">
                  <a:moveTo>
                    <a:pt x="0" y="0"/>
                  </a:moveTo>
                  <a:lnTo>
                    <a:pt x="0" y="1038"/>
                  </a:lnTo>
                  <a:lnTo>
                    <a:pt x="7511" y="1038"/>
                  </a:lnTo>
                  <a:lnTo>
                    <a:pt x="75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218" name="Google Shape;218;p27"/>
            <p:cNvSpPr/>
            <p:nvPr/>
          </p:nvSpPr>
          <p:spPr>
            <a:xfrm>
              <a:off x="6891519" y="3597034"/>
              <a:ext cx="805850" cy="111459"/>
            </a:xfrm>
            <a:custGeom>
              <a:avLst/>
              <a:gdLst/>
              <a:ahLst/>
              <a:cxnLst/>
              <a:rect l="l" t="t" r="r" b="b"/>
              <a:pathLst>
                <a:path w="7512" h="1039" extrusionOk="0">
                  <a:moveTo>
                    <a:pt x="0" y="1"/>
                  </a:moveTo>
                  <a:lnTo>
                    <a:pt x="0" y="1038"/>
                  </a:lnTo>
                  <a:lnTo>
                    <a:pt x="7511" y="1038"/>
                  </a:lnTo>
                  <a:lnTo>
                    <a:pt x="75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219" name="Google Shape;219;p27"/>
            <p:cNvSpPr/>
            <p:nvPr/>
          </p:nvSpPr>
          <p:spPr>
            <a:xfrm>
              <a:off x="6891519" y="3525160"/>
              <a:ext cx="805850" cy="71982"/>
            </a:xfrm>
            <a:custGeom>
              <a:avLst/>
              <a:gdLst/>
              <a:ahLst/>
              <a:cxnLst/>
              <a:rect l="l" t="t" r="r" b="b"/>
              <a:pathLst>
                <a:path w="7512" h="671" extrusionOk="0">
                  <a:moveTo>
                    <a:pt x="0" y="1"/>
                  </a:moveTo>
                  <a:lnTo>
                    <a:pt x="0" y="671"/>
                  </a:lnTo>
                  <a:lnTo>
                    <a:pt x="7511" y="671"/>
                  </a:lnTo>
                  <a:lnTo>
                    <a:pt x="751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220" name="Google Shape;220;p27"/>
            <p:cNvSpPr/>
            <p:nvPr/>
          </p:nvSpPr>
          <p:spPr>
            <a:xfrm>
              <a:off x="6946765" y="2225631"/>
              <a:ext cx="694820" cy="1204806"/>
            </a:xfrm>
            <a:custGeom>
              <a:avLst/>
              <a:gdLst/>
              <a:ahLst/>
              <a:cxnLst/>
              <a:rect l="l" t="t" r="r" b="b"/>
              <a:pathLst>
                <a:path w="6477" h="11231" extrusionOk="0">
                  <a:moveTo>
                    <a:pt x="3243" y="308"/>
                  </a:moveTo>
                  <a:cubicBezTo>
                    <a:pt x="3453" y="308"/>
                    <a:pt x="3726" y="422"/>
                    <a:pt x="3798" y="743"/>
                  </a:cubicBezTo>
                  <a:cubicBezTo>
                    <a:pt x="4023" y="1727"/>
                    <a:pt x="3817" y="2552"/>
                    <a:pt x="3240" y="3052"/>
                  </a:cubicBezTo>
                  <a:cubicBezTo>
                    <a:pt x="2666" y="2549"/>
                    <a:pt x="2458" y="1727"/>
                    <a:pt x="2685" y="743"/>
                  </a:cubicBezTo>
                  <a:cubicBezTo>
                    <a:pt x="2759" y="422"/>
                    <a:pt x="3031" y="308"/>
                    <a:pt x="3243" y="308"/>
                  </a:cubicBezTo>
                  <a:close/>
                  <a:moveTo>
                    <a:pt x="947" y="1989"/>
                  </a:moveTo>
                  <a:cubicBezTo>
                    <a:pt x="1069" y="1989"/>
                    <a:pt x="1235" y="2033"/>
                    <a:pt x="1356" y="2235"/>
                  </a:cubicBezTo>
                  <a:cubicBezTo>
                    <a:pt x="1581" y="2600"/>
                    <a:pt x="1718" y="3054"/>
                    <a:pt x="1758" y="3533"/>
                  </a:cubicBezTo>
                  <a:cubicBezTo>
                    <a:pt x="1220" y="3494"/>
                    <a:pt x="729" y="3238"/>
                    <a:pt x="445" y="2809"/>
                  </a:cubicBezTo>
                  <a:cubicBezTo>
                    <a:pt x="311" y="2603"/>
                    <a:pt x="349" y="2429"/>
                    <a:pt x="407" y="2319"/>
                  </a:cubicBezTo>
                  <a:cubicBezTo>
                    <a:pt x="502" y="2134"/>
                    <a:pt x="716" y="1997"/>
                    <a:pt x="926" y="1989"/>
                  </a:cubicBezTo>
                  <a:close/>
                  <a:moveTo>
                    <a:pt x="5558" y="1989"/>
                  </a:moveTo>
                  <a:cubicBezTo>
                    <a:pt x="5770" y="2000"/>
                    <a:pt x="5982" y="2134"/>
                    <a:pt x="6078" y="2319"/>
                  </a:cubicBezTo>
                  <a:cubicBezTo>
                    <a:pt x="6135" y="2429"/>
                    <a:pt x="6174" y="2603"/>
                    <a:pt x="6040" y="2809"/>
                  </a:cubicBezTo>
                  <a:cubicBezTo>
                    <a:pt x="5756" y="3238"/>
                    <a:pt x="5264" y="3494"/>
                    <a:pt x="4727" y="3533"/>
                  </a:cubicBezTo>
                  <a:cubicBezTo>
                    <a:pt x="4763" y="3054"/>
                    <a:pt x="4903" y="2599"/>
                    <a:pt x="5129" y="2235"/>
                  </a:cubicBezTo>
                  <a:cubicBezTo>
                    <a:pt x="5252" y="2033"/>
                    <a:pt x="5417" y="1989"/>
                    <a:pt x="5541" y="1989"/>
                  </a:cubicBezTo>
                  <a:close/>
                  <a:moveTo>
                    <a:pt x="3239" y="1"/>
                  </a:moveTo>
                  <a:cubicBezTo>
                    <a:pt x="2891" y="1"/>
                    <a:pt x="2492" y="208"/>
                    <a:pt x="2385" y="672"/>
                  </a:cubicBezTo>
                  <a:cubicBezTo>
                    <a:pt x="2107" y="1877"/>
                    <a:pt x="2453" y="2722"/>
                    <a:pt x="2993" y="3230"/>
                  </a:cubicBezTo>
                  <a:cubicBezTo>
                    <a:pt x="2907" y="3283"/>
                    <a:pt x="2819" y="3329"/>
                    <a:pt x="2723" y="3370"/>
                  </a:cubicBezTo>
                  <a:cubicBezTo>
                    <a:pt x="2507" y="3461"/>
                    <a:pt x="2282" y="3514"/>
                    <a:pt x="2060" y="3532"/>
                  </a:cubicBezTo>
                  <a:cubicBezTo>
                    <a:pt x="2021" y="2996"/>
                    <a:pt x="1864" y="2487"/>
                    <a:pt x="1612" y="2075"/>
                  </a:cubicBezTo>
                  <a:cubicBezTo>
                    <a:pt x="1461" y="1824"/>
                    <a:pt x="1217" y="1684"/>
                    <a:pt x="943" y="1684"/>
                  </a:cubicBezTo>
                  <a:cubicBezTo>
                    <a:pt x="932" y="1684"/>
                    <a:pt x="921" y="1684"/>
                    <a:pt x="910" y="1685"/>
                  </a:cubicBezTo>
                  <a:cubicBezTo>
                    <a:pt x="591" y="1695"/>
                    <a:pt x="278" y="1894"/>
                    <a:pt x="133" y="2178"/>
                  </a:cubicBezTo>
                  <a:cubicBezTo>
                    <a:pt x="0" y="2435"/>
                    <a:pt x="21" y="2718"/>
                    <a:pt x="190" y="2974"/>
                  </a:cubicBezTo>
                  <a:cubicBezTo>
                    <a:pt x="532" y="3491"/>
                    <a:pt x="1125" y="3797"/>
                    <a:pt x="1767" y="3837"/>
                  </a:cubicBezTo>
                  <a:lnTo>
                    <a:pt x="1767" y="11077"/>
                  </a:lnTo>
                  <a:cubicBezTo>
                    <a:pt x="1767" y="11162"/>
                    <a:pt x="1834" y="11230"/>
                    <a:pt x="1920" y="11230"/>
                  </a:cubicBezTo>
                  <a:cubicBezTo>
                    <a:pt x="2004" y="11230"/>
                    <a:pt x="2073" y="11162"/>
                    <a:pt x="2073" y="11077"/>
                  </a:cubicBezTo>
                  <a:lnTo>
                    <a:pt x="2073" y="3837"/>
                  </a:lnTo>
                  <a:cubicBezTo>
                    <a:pt x="2333" y="3820"/>
                    <a:pt x="2595" y="3760"/>
                    <a:pt x="2847" y="3651"/>
                  </a:cubicBezTo>
                  <a:cubicBezTo>
                    <a:pt x="2982" y="3594"/>
                    <a:pt x="3115" y="3520"/>
                    <a:pt x="3243" y="3432"/>
                  </a:cubicBezTo>
                  <a:cubicBezTo>
                    <a:pt x="3368" y="3520"/>
                    <a:pt x="3502" y="3594"/>
                    <a:pt x="3636" y="3651"/>
                  </a:cubicBezTo>
                  <a:cubicBezTo>
                    <a:pt x="3888" y="3757"/>
                    <a:pt x="4151" y="3819"/>
                    <a:pt x="4410" y="3837"/>
                  </a:cubicBezTo>
                  <a:lnTo>
                    <a:pt x="4410" y="11077"/>
                  </a:lnTo>
                  <a:cubicBezTo>
                    <a:pt x="4410" y="11162"/>
                    <a:pt x="4479" y="11230"/>
                    <a:pt x="4563" y="11230"/>
                  </a:cubicBezTo>
                  <a:cubicBezTo>
                    <a:pt x="4649" y="11230"/>
                    <a:pt x="4716" y="11162"/>
                    <a:pt x="4710" y="11077"/>
                  </a:cubicBezTo>
                  <a:lnTo>
                    <a:pt x="4710" y="3837"/>
                  </a:lnTo>
                  <a:cubicBezTo>
                    <a:pt x="5352" y="3797"/>
                    <a:pt x="5947" y="3491"/>
                    <a:pt x="6287" y="2974"/>
                  </a:cubicBezTo>
                  <a:cubicBezTo>
                    <a:pt x="6456" y="2718"/>
                    <a:pt x="6477" y="2435"/>
                    <a:pt x="6344" y="2178"/>
                  </a:cubicBezTo>
                  <a:cubicBezTo>
                    <a:pt x="6199" y="1894"/>
                    <a:pt x="5887" y="1696"/>
                    <a:pt x="5569" y="1685"/>
                  </a:cubicBezTo>
                  <a:cubicBezTo>
                    <a:pt x="5557" y="1684"/>
                    <a:pt x="5546" y="1684"/>
                    <a:pt x="5535" y="1684"/>
                  </a:cubicBezTo>
                  <a:cubicBezTo>
                    <a:pt x="5255" y="1684"/>
                    <a:pt x="5019" y="1824"/>
                    <a:pt x="4865" y="2075"/>
                  </a:cubicBezTo>
                  <a:cubicBezTo>
                    <a:pt x="4613" y="2484"/>
                    <a:pt x="4457" y="2995"/>
                    <a:pt x="4418" y="3532"/>
                  </a:cubicBezTo>
                  <a:cubicBezTo>
                    <a:pt x="4195" y="3514"/>
                    <a:pt x="3972" y="3461"/>
                    <a:pt x="3754" y="3370"/>
                  </a:cubicBezTo>
                  <a:cubicBezTo>
                    <a:pt x="3658" y="3327"/>
                    <a:pt x="3570" y="3282"/>
                    <a:pt x="3486" y="3230"/>
                  </a:cubicBezTo>
                  <a:cubicBezTo>
                    <a:pt x="4025" y="2722"/>
                    <a:pt x="4369" y="1877"/>
                    <a:pt x="4092" y="672"/>
                  </a:cubicBezTo>
                  <a:cubicBezTo>
                    <a:pt x="3986" y="208"/>
                    <a:pt x="3586" y="1"/>
                    <a:pt x="32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221" name="Google Shape;221;p27"/>
            <p:cNvSpPr/>
            <p:nvPr/>
          </p:nvSpPr>
          <p:spPr>
            <a:xfrm>
              <a:off x="6511873" y="1706956"/>
              <a:ext cx="481343" cy="892850"/>
            </a:xfrm>
            <a:custGeom>
              <a:avLst/>
              <a:gdLst/>
              <a:ahLst/>
              <a:cxnLst/>
              <a:rect l="l" t="t" r="r" b="b"/>
              <a:pathLst>
                <a:path w="4487" h="8323" extrusionOk="0">
                  <a:moveTo>
                    <a:pt x="3677" y="1"/>
                  </a:moveTo>
                  <a:cubicBezTo>
                    <a:pt x="3530" y="1"/>
                    <a:pt x="3386" y="51"/>
                    <a:pt x="3270" y="146"/>
                  </a:cubicBezTo>
                  <a:cubicBezTo>
                    <a:pt x="770" y="2224"/>
                    <a:pt x="0" y="4815"/>
                    <a:pt x="486" y="7777"/>
                  </a:cubicBezTo>
                  <a:cubicBezTo>
                    <a:pt x="517" y="7967"/>
                    <a:pt x="639" y="8134"/>
                    <a:pt x="809" y="8230"/>
                  </a:cubicBezTo>
                  <a:lnTo>
                    <a:pt x="822" y="8237"/>
                  </a:lnTo>
                  <a:cubicBezTo>
                    <a:pt x="925" y="8296"/>
                    <a:pt x="1033" y="8322"/>
                    <a:pt x="1139" y="8322"/>
                  </a:cubicBezTo>
                  <a:cubicBezTo>
                    <a:pt x="1480" y="8322"/>
                    <a:pt x="1792" y="8046"/>
                    <a:pt x="1786" y="7666"/>
                  </a:cubicBezTo>
                  <a:cubicBezTo>
                    <a:pt x="1752" y="5220"/>
                    <a:pt x="2584" y="3033"/>
                    <a:pt x="4191" y="1076"/>
                  </a:cubicBezTo>
                  <a:cubicBezTo>
                    <a:pt x="4487" y="719"/>
                    <a:pt x="4334" y="176"/>
                    <a:pt x="3892" y="37"/>
                  </a:cubicBezTo>
                  <a:lnTo>
                    <a:pt x="3873" y="31"/>
                  </a:lnTo>
                  <a:cubicBezTo>
                    <a:pt x="3809" y="11"/>
                    <a:pt x="3743" y="1"/>
                    <a:pt x="3677" y="1"/>
                  </a:cubicBezTo>
                  <a:close/>
                </a:path>
              </a:pathLst>
            </a:custGeom>
            <a:solidFill>
              <a:srgbClr val="F9FB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222" name="Google Shape;222;p27"/>
            <p:cNvSpPr/>
            <p:nvPr/>
          </p:nvSpPr>
          <p:spPr>
            <a:xfrm>
              <a:off x="7022394" y="1541753"/>
              <a:ext cx="165418" cy="165418"/>
            </a:xfrm>
            <a:custGeom>
              <a:avLst/>
              <a:gdLst/>
              <a:ahLst/>
              <a:cxnLst/>
              <a:rect l="l" t="t" r="r" b="b"/>
              <a:pathLst>
                <a:path w="1542" h="1542" extrusionOk="0">
                  <a:moveTo>
                    <a:pt x="772" y="1"/>
                  </a:moveTo>
                  <a:cubicBezTo>
                    <a:pt x="345" y="1"/>
                    <a:pt x="0" y="347"/>
                    <a:pt x="0" y="772"/>
                  </a:cubicBezTo>
                  <a:cubicBezTo>
                    <a:pt x="0" y="1199"/>
                    <a:pt x="346" y="1542"/>
                    <a:pt x="772" y="1542"/>
                  </a:cubicBezTo>
                  <a:cubicBezTo>
                    <a:pt x="1198" y="1542"/>
                    <a:pt x="1541" y="1196"/>
                    <a:pt x="1541" y="772"/>
                  </a:cubicBezTo>
                  <a:cubicBezTo>
                    <a:pt x="1541" y="345"/>
                    <a:pt x="1198" y="1"/>
                    <a:pt x="772" y="1"/>
                  </a:cubicBezTo>
                  <a:close/>
                </a:path>
              </a:pathLst>
            </a:custGeom>
            <a:solidFill>
              <a:srgbClr val="F9FB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223" name="Google Shape;223;p27"/>
            <p:cNvSpPr/>
            <p:nvPr/>
          </p:nvSpPr>
          <p:spPr>
            <a:xfrm>
              <a:off x="7827798" y="1088603"/>
              <a:ext cx="264257" cy="968992"/>
            </a:xfrm>
            <a:custGeom>
              <a:avLst/>
              <a:gdLst/>
              <a:ahLst/>
              <a:cxnLst/>
              <a:rect l="l" t="t" r="r" b="b"/>
              <a:pathLst>
                <a:path w="4051" h="14855" extrusionOk="0">
                  <a:moveTo>
                    <a:pt x="2026" y="305"/>
                  </a:moveTo>
                  <a:cubicBezTo>
                    <a:pt x="2841" y="305"/>
                    <a:pt x="3748" y="3231"/>
                    <a:pt x="3748" y="7427"/>
                  </a:cubicBezTo>
                  <a:cubicBezTo>
                    <a:pt x="3748" y="11624"/>
                    <a:pt x="2841" y="14550"/>
                    <a:pt x="2026" y="14550"/>
                  </a:cubicBezTo>
                  <a:cubicBezTo>
                    <a:pt x="1210" y="14550"/>
                    <a:pt x="303" y="11624"/>
                    <a:pt x="303" y="7427"/>
                  </a:cubicBezTo>
                  <a:cubicBezTo>
                    <a:pt x="303" y="3231"/>
                    <a:pt x="1210" y="305"/>
                    <a:pt x="2026" y="305"/>
                  </a:cubicBezTo>
                  <a:close/>
                  <a:moveTo>
                    <a:pt x="2026" y="0"/>
                  </a:moveTo>
                  <a:cubicBezTo>
                    <a:pt x="710" y="0"/>
                    <a:pt x="0" y="3827"/>
                    <a:pt x="0" y="7427"/>
                  </a:cubicBezTo>
                  <a:cubicBezTo>
                    <a:pt x="0" y="11028"/>
                    <a:pt x="710" y="14855"/>
                    <a:pt x="2026" y="14855"/>
                  </a:cubicBezTo>
                  <a:cubicBezTo>
                    <a:pt x="3343" y="14855"/>
                    <a:pt x="4051" y="11028"/>
                    <a:pt x="4051" y="7427"/>
                  </a:cubicBezTo>
                  <a:cubicBezTo>
                    <a:pt x="4051" y="3827"/>
                    <a:pt x="3341" y="0"/>
                    <a:pt x="20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224" name="Google Shape;224;p27"/>
            <p:cNvSpPr/>
            <p:nvPr/>
          </p:nvSpPr>
          <p:spPr>
            <a:xfrm>
              <a:off x="7549320" y="1263354"/>
              <a:ext cx="853111" cy="626143"/>
            </a:xfrm>
            <a:custGeom>
              <a:avLst/>
              <a:gdLst/>
              <a:ahLst/>
              <a:cxnLst/>
              <a:rect l="l" t="t" r="r" b="b"/>
              <a:pathLst>
                <a:path w="13078" h="9599" extrusionOk="0">
                  <a:moveTo>
                    <a:pt x="1232" y="305"/>
                  </a:moveTo>
                  <a:cubicBezTo>
                    <a:pt x="1655" y="305"/>
                    <a:pt x="2267" y="465"/>
                    <a:pt x="3006" y="774"/>
                  </a:cubicBezTo>
                  <a:cubicBezTo>
                    <a:pt x="4304" y="1317"/>
                    <a:pt x="5866" y="2259"/>
                    <a:pt x="7404" y="3425"/>
                  </a:cubicBezTo>
                  <a:cubicBezTo>
                    <a:pt x="10749" y="5963"/>
                    <a:pt x="12530" y="8452"/>
                    <a:pt x="12040" y="9102"/>
                  </a:cubicBezTo>
                  <a:cubicBezTo>
                    <a:pt x="11944" y="9228"/>
                    <a:pt x="11759" y="9290"/>
                    <a:pt x="11499" y="9290"/>
                  </a:cubicBezTo>
                  <a:cubicBezTo>
                    <a:pt x="10414" y="9290"/>
                    <a:pt x="8021" y="8215"/>
                    <a:pt x="5323" y="6169"/>
                  </a:cubicBezTo>
                  <a:cubicBezTo>
                    <a:pt x="3785" y="5003"/>
                    <a:pt x="2457" y="3753"/>
                    <a:pt x="1583" y="2651"/>
                  </a:cubicBezTo>
                  <a:cubicBezTo>
                    <a:pt x="773" y="1629"/>
                    <a:pt x="438" y="823"/>
                    <a:pt x="686" y="495"/>
                  </a:cubicBezTo>
                  <a:cubicBezTo>
                    <a:pt x="782" y="368"/>
                    <a:pt x="970" y="305"/>
                    <a:pt x="1232" y="305"/>
                  </a:cubicBezTo>
                  <a:close/>
                  <a:moveTo>
                    <a:pt x="1237" y="1"/>
                  </a:moveTo>
                  <a:cubicBezTo>
                    <a:pt x="897" y="1"/>
                    <a:pt x="614" y="87"/>
                    <a:pt x="445" y="309"/>
                  </a:cubicBezTo>
                  <a:cubicBezTo>
                    <a:pt x="0" y="898"/>
                    <a:pt x="688" y="2009"/>
                    <a:pt x="1346" y="2839"/>
                  </a:cubicBezTo>
                  <a:cubicBezTo>
                    <a:pt x="2233" y="3961"/>
                    <a:pt x="3580" y="5231"/>
                    <a:pt x="5139" y="6412"/>
                  </a:cubicBezTo>
                  <a:cubicBezTo>
                    <a:pt x="7419" y="8141"/>
                    <a:pt x="10083" y="9598"/>
                    <a:pt x="11480" y="9598"/>
                  </a:cubicBezTo>
                  <a:cubicBezTo>
                    <a:pt x="11841" y="9598"/>
                    <a:pt x="12118" y="9501"/>
                    <a:pt x="12282" y="9283"/>
                  </a:cubicBezTo>
                  <a:cubicBezTo>
                    <a:pt x="13077" y="8237"/>
                    <a:pt x="10457" y="5358"/>
                    <a:pt x="7588" y="3182"/>
                  </a:cubicBezTo>
                  <a:cubicBezTo>
                    <a:pt x="6030" y="2002"/>
                    <a:pt x="4446" y="1046"/>
                    <a:pt x="3124" y="493"/>
                  </a:cubicBezTo>
                  <a:cubicBezTo>
                    <a:pt x="2517" y="238"/>
                    <a:pt x="1799" y="1"/>
                    <a:pt x="12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225" name="Google Shape;225;p27"/>
            <p:cNvSpPr/>
            <p:nvPr/>
          </p:nvSpPr>
          <p:spPr>
            <a:xfrm>
              <a:off x="7549190" y="1259180"/>
              <a:ext cx="853111" cy="626078"/>
            </a:xfrm>
            <a:custGeom>
              <a:avLst/>
              <a:gdLst/>
              <a:ahLst/>
              <a:cxnLst/>
              <a:rect l="l" t="t" r="r" b="b"/>
              <a:pathLst>
                <a:path w="13078" h="9598" extrusionOk="0">
                  <a:moveTo>
                    <a:pt x="11500" y="310"/>
                  </a:moveTo>
                  <a:cubicBezTo>
                    <a:pt x="11759" y="310"/>
                    <a:pt x="11946" y="373"/>
                    <a:pt x="12039" y="498"/>
                  </a:cubicBezTo>
                  <a:cubicBezTo>
                    <a:pt x="12532" y="1147"/>
                    <a:pt x="10749" y="3636"/>
                    <a:pt x="7405" y="6174"/>
                  </a:cubicBezTo>
                  <a:cubicBezTo>
                    <a:pt x="5867" y="7341"/>
                    <a:pt x="4303" y="8282"/>
                    <a:pt x="3007" y="8825"/>
                  </a:cubicBezTo>
                  <a:cubicBezTo>
                    <a:pt x="2268" y="9135"/>
                    <a:pt x="1655" y="9294"/>
                    <a:pt x="1235" y="9294"/>
                  </a:cubicBezTo>
                  <a:cubicBezTo>
                    <a:pt x="972" y="9294"/>
                    <a:pt x="784" y="9232"/>
                    <a:pt x="688" y="9105"/>
                  </a:cubicBezTo>
                  <a:cubicBezTo>
                    <a:pt x="440" y="8778"/>
                    <a:pt x="775" y="7971"/>
                    <a:pt x="1585" y="6948"/>
                  </a:cubicBezTo>
                  <a:cubicBezTo>
                    <a:pt x="2459" y="5847"/>
                    <a:pt x="3787" y="4598"/>
                    <a:pt x="5325" y="3430"/>
                  </a:cubicBezTo>
                  <a:cubicBezTo>
                    <a:pt x="8023" y="1384"/>
                    <a:pt x="10417" y="310"/>
                    <a:pt x="11500" y="310"/>
                  </a:cubicBezTo>
                  <a:close/>
                  <a:moveTo>
                    <a:pt x="11482" y="0"/>
                  </a:moveTo>
                  <a:cubicBezTo>
                    <a:pt x="10085" y="0"/>
                    <a:pt x="7421" y="1458"/>
                    <a:pt x="5141" y="3186"/>
                  </a:cubicBezTo>
                  <a:cubicBezTo>
                    <a:pt x="3585" y="4369"/>
                    <a:pt x="2235" y="5637"/>
                    <a:pt x="1346" y="6760"/>
                  </a:cubicBezTo>
                  <a:cubicBezTo>
                    <a:pt x="690" y="7589"/>
                    <a:pt x="1" y="8700"/>
                    <a:pt x="447" y="9289"/>
                  </a:cubicBezTo>
                  <a:cubicBezTo>
                    <a:pt x="615" y="9512"/>
                    <a:pt x="899" y="9598"/>
                    <a:pt x="1239" y="9598"/>
                  </a:cubicBezTo>
                  <a:cubicBezTo>
                    <a:pt x="1800" y="9598"/>
                    <a:pt x="2518" y="9361"/>
                    <a:pt x="3126" y="9105"/>
                  </a:cubicBezTo>
                  <a:cubicBezTo>
                    <a:pt x="4445" y="8551"/>
                    <a:pt x="6032" y="7596"/>
                    <a:pt x="7590" y="6415"/>
                  </a:cubicBezTo>
                  <a:cubicBezTo>
                    <a:pt x="10458" y="4238"/>
                    <a:pt x="13078" y="1361"/>
                    <a:pt x="12283" y="313"/>
                  </a:cubicBezTo>
                  <a:cubicBezTo>
                    <a:pt x="12120" y="98"/>
                    <a:pt x="11843" y="0"/>
                    <a:pt x="114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226" name="Google Shape;226;p27"/>
            <p:cNvSpPr/>
            <p:nvPr/>
          </p:nvSpPr>
          <p:spPr>
            <a:xfrm>
              <a:off x="7889899" y="1503075"/>
              <a:ext cx="140054" cy="140049"/>
            </a:xfrm>
            <a:custGeom>
              <a:avLst/>
              <a:gdLst/>
              <a:ahLst/>
              <a:cxnLst/>
              <a:rect l="l" t="t" r="r" b="b"/>
              <a:pathLst>
                <a:path w="2147" h="2147" extrusionOk="0">
                  <a:moveTo>
                    <a:pt x="1074" y="0"/>
                  </a:moveTo>
                  <a:cubicBezTo>
                    <a:pt x="482" y="0"/>
                    <a:pt x="0" y="482"/>
                    <a:pt x="0" y="1073"/>
                  </a:cubicBezTo>
                  <a:cubicBezTo>
                    <a:pt x="0" y="1667"/>
                    <a:pt x="482" y="2146"/>
                    <a:pt x="1074" y="2146"/>
                  </a:cubicBezTo>
                  <a:cubicBezTo>
                    <a:pt x="1667" y="2146"/>
                    <a:pt x="2147" y="1667"/>
                    <a:pt x="2147" y="1073"/>
                  </a:cubicBezTo>
                  <a:cubicBezTo>
                    <a:pt x="2147" y="482"/>
                    <a:pt x="1667" y="0"/>
                    <a:pt x="107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grpSp>
          <p:nvGrpSpPr>
            <p:cNvPr id="227" name="Google Shape;227;p27"/>
            <p:cNvGrpSpPr/>
            <p:nvPr/>
          </p:nvGrpSpPr>
          <p:grpSpPr>
            <a:xfrm>
              <a:off x="8490588" y="1475725"/>
              <a:ext cx="101550" cy="101500"/>
              <a:chOff x="3258600" y="2392325"/>
              <a:chExt cx="101550" cy="101500"/>
            </a:xfrm>
          </p:grpSpPr>
          <p:sp>
            <p:nvSpPr>
              <p:cNvPr id="228" name="Google Shape;228;p27"/>
              <p:cNvSpPr/>
              <p:nvPr/>
            </p:nvSpPr>
            <p:spPr>
              <a:xfrm>
                <a:off x="3258600" y="2435000"/>
                <a:ext cx="101550" cy="16225"/>
              </a:xfrm>
              <a:custGeom>
                <a:avLst/>
                <a:gdLst/>
                <a:ahLst/>
                <a:cxnLst/>
                <a:rect l="l" t="t" r="r" b="b"/>
                <a:pathLst>
                  <a:path w="4062" h="649" extrusionOk="0">
                    <a:moveTo>
                      <a:pt x="324" y="1"/>
                    </a:moveTo>
                    <a:cubicBezTo>
                      <a:pt x="146" y="1"/>
                      <a:pt x="0" y="145"/>
                      <a:pt x="0" y="324"/>
                    </a:cubicBezTo>
                    <a:cubicBezTo>
                      <a:pt x="0" y="503"/>
                      <a:pt x="146" y="648"/>
                      <a:pt x="324" y="648"/>
                    </a:cubicBezTo>
                    <a:lnTo>
                      <a:pt x="3738" y="648"/>
                    </a:lnTo>
                    <a:cubicBezTo>
                      <a:pt x="3916" y="648"/>
                      <a:pt x="4061" y="503"/>
                      <a:pt x="4061" y="324"/>
                    </a:cubicBezTo>
                    <a:cubicBezTo>
                      <a:pt x="4061" y="145"/>
                      <a:pt x="3916" y="1"/>
                      <a:pt x="37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229" name="Google Shape;229;p27"/>
              <p:cNvSpPr/>
              <p:nvPr/>
            </p:nvSpPr>
            <p:spPr>
              <a:xfrm>
                <a:off x="3301275" y="2392325"/>
                <a:ext cx="16225" cy="101500"/>
              </a:xfrm>
              <a:custGeom>
                <a:avLst/>
                <a:gdLst/>
                <a:ahLst/>
                <a:cxnLst/>
                <a:rect l="l" t="t" r="r" b="b"/>
                <a:pathLst>
                  <a:path w="649" h="4060" extrusionOk="0">
                    <a:moveTo>
                      <a:pt x="325" y="0"/>
                    </a:moveTo>
                    <a:cubicBezTo>
                      <a:pt x="146" y="0"/>
                      <a:pt x="1" y="144"/>
                      <a:pt x="1" y="324"/>
                    </a:cubicBezTo>
                    <a:lnTo>
                      <a:pt x="1" y="3736"/>
                    </a:lnTo>
                    <a:cubicBezTo>
                      <a:pt x="1" y="3916"/>
                      <a:pt x="146" y="4060"/>
                      <a:pt x="325" y="4060"/>
                    </a:cubicBezTo>
                    <a:cubicBezTo>
                      <a:pt x="504" y="4060"/>
                      <a:pt x="647" y="3917"/>
                      <a:pt x="648" y="3736"/>
                    </a:cubicBezTo>
                    <a:lnTo>
                      <a:pt x="648" y="324"/>
                    </a:lnTo>
                    <a:cubicBezTo>
                      <a:pt x="648" y="144"/>
                      <a:pt x="504" y="0"/>
                      <a:pt x="3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grpSp>
        <p:grpSp>
          <p:nvGrpSpPr>
            <p:cNvPr id="230" name="Google Shape;230;p27"/>
            <p:cNvGrpSpPr/>
            <p:nvPr/>
          </p:nvGrpSpPr>
          <p:grpSpPr>
            <a:xfrm>
              <a:off x="6707188" y="1045600"/>
              <a:ext cx="101550" cy="101500"/>
              <a:chOff x="3258600" y="2392325"/>
              <a:chExt cx="101550" cy="101500"/>
            </a:xfrm>
          </p:grpSpPr>
          <p:sp>
            <p:nvSpPr>
              <p:cNvPr id="231" name="Google Shape;231;p27"/>
              <p:cNvSpPr/>
              <p:nvPr/>
            </p:nvSpPr>
            <p:spPr>
              <a:xfrm>
                <a:off x="3258600" y="2435000"/>
                <a:ext cx="101550" cy="16225"/>
              </a:xfrm>
              <a:custGeom>
                <a:avLst/>
                <a:gdLst/>
                <a:ahLst/>
                <a:cxnLst/>
                <a:rect l="l" t="t" r="r" b="b"/>
                <a:pathLst>
                  <a:path w="4062" h="649" extrusionOk="0">
                    <a:moveTo>
                      <a:pt x="324" y="1"/>
                    </a:moveTo>
                    <a:cubicBezTo>
                      <a:pt x="146" y="1"/>
                      <a:pt x="0" y="145"/>
                      <a:pt x="0" y="324"/>
                    </a:cubicBezTo>
                    <a:cubicBezTo>
                      <a:pt x="0" y="503"/>
                      <a:pt x="146" y="648"/>
                      <a:pt x="324" y="648"/>
                    </a:cubicBezTo>
                    <a:lnTo>
                      <a:pt x="3738" y="648"/>
                    </a:lnTo>
                    <a:cubicBezTo>
                      <a:pt x="3916" y="648"/>
                      <a:pt x="4061" y="503"/>
                      <a:pt x="4061" y="324"/>
                    </a:cubicBezTo>
                    <a:cubicBezTo>
                      <a:pt x="4061" y="145"/>
                      <a:pt x="3916" y="1"/>
                      <a:pt x="37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232" name="Google Shape;232;p27"/>
              <p:cNvSpPr/>
              <p:nvPr/>
            </p:nvSpPr>
            <p:spPr>
              <a:xfrm>
                <a:off x="3301275" y="2392325"/>
                <a:ext cx="16225" cy="101500"/>
              </a:xfrm>
              <a:custGeom>
                <a:avLst/>
                <a:gdLst/>
                <a:ahLst/>
                <a:cxnLst/>
                <a:rect l="l" t="t" r="r" b="b"/>
                <a:pathLst>
                  <a:path w="649" h="4060" extrusionOk="0">
                    <a:moveTo>
                      <a:pt x="325" y="0"/>
                    </a:moveTo>
                    <a:cubicBezTo>
                      <a:pt x="146" y="0"/>
                      <a:pt x="1" y="144"/>
                      <a:pt x="1" y="324"/>
                    </a:cubicBezTo>
                    <a:lnTo>
                      <a:pt x="1" y="3736"/>
                    </a:lnTo>
                    <a:cubicBezTo>
                      <a:pt x="1" y="3916"/>
                      <a:pt x="146" y="4060"/>
                      <a:pt x="325" y="4060"/>
                    </a:cubicBezTo>
                    <a:cubicBezTo>
                      <a:pt x="504" y="4060"/>
                      <a:pt x="647" y="3917"/>
                      <a:pt x="648" y="3736"/>
                    </a:cubicBezTo>
                    <a:lnTo>
                      <a:pt x="648" y="324"/>
                    </a:lnTo>
                    <a:cubicBezTo>
                      <a:pt x="648" y="144"/>
                      <a:pt x="504" y="0"/>
                      <a:pt x="3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grpSp>
        <p:grpSp>
          <p:nvGrpSpPr>
            <p:cNvPr id="233" name="Google Shape;233;p27"/>
            <p:cNvGrpSpPr/>
            <p:nvPr/>
          </p:nvGrpSpPr>
          <p:grpSpPr>
            <a:xfrm>
              <a:off x="8092325" y="2984025"/>
              <a:ext cx="101550" cy="101500"/>
              <a:chOff x="3258600" y="2392325"/>
              <a:chExt cx="101550" cy="101500"/>
            </a:xfrm>
          </p:grpSpPr>
          <p:sp>
            <p:nvSpPr>
              <p:cNvPr id="234" name="Google Shape;234;p27"/>
              <p:cNvSpPr/>
              <p:nvPr/>
            </p:nvSpPr>
            <p:spPr>
              <a:xfrm>
                <a:off x="3258600" y="2435000"/>
                <a:ext cx="101550" cy="16225"/>
              </a:xfrm>
              <a:custGeom>
                <a:avLst/>
                <a:gdLst/>
                <a:ahLst/>
                <a:cxnLst/>
                <a:rect l="l" t="t" r="r" b="b"/>
                <a:pathLst>
                  <a:path w="4062" h="649" extrusionOk="0">
                    <a:moveTo>
                      <a:pt x="324" y="1"/>
                    </a:moveTo>
                    <a:cubicBezTo>
                      <a:pt x="146" y="1"/>
                      <a:pt x="0" y="145"/>
                      <a:pt x="0" y="324"/>
                    </a:cubicBezTo>
                    <a:cubicBezTo>
                      <a:pt x="0" y="503"/>
                      <a:pt x="146" y="648"/>
                      <a:pt x="324" y="648"/>
                    </a:cubicBezTo>
                    <a:lnTo>
                      <a:pt x="3738" y="648"/>
                    </a:lnTo>
                    <a:cubicBezTo>
                      <a:pt x="3916" y="648"/>
                      <a:pt x="4061" y="503"/>
                      <a:pt x="4061" y="324"/>
                    </a:cubicBezTo>
                    <a:cubicBezTo>
                      <a:pt x="4061" y="145"/>
                      <a:pt x="3916" y="1"/>
                      <a:pt x="37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235" name="Google Shape;235;p27"/>
              <p:cNvSpPr/>
              <p:nvPr/>
            </p:nvSpPr>
            <p:spPr>
              <a:xfrm>
                <a:off x="3301275" y="2392325"/>
                <a:ext cx="16225" cy="101500"/>
              </a:xfrm>
              <a:custGeom>
                <a:avLst/>
                <a:gdLst/>
                <a:ahLst/>
                <a:cxnLst/>
                <a:rect l="l" t="t" r="r" b="b"/>
                <a:pathLst>
                  <a:path w="649" h="4060" extrusionOk="0">
                    <a:moveTo>
                      <a:pt x="325" y="0"/>
                    </a:moveTo>
                    <a:cubicBezTo>
                      <a:pt x="146" y="0"/>
                      <a:pt x="1" y="144"/>
                      <a:pt x="1" y="324"/>
                    </a:cubicBezTo>
                    <a:lnTo>
                      <a:pt x="1" y="3736"/>
                    </a:lnTo>
                    <a:cubicBezTo>
                      <a:pt x="1" y="3916"/>
                      <a:pt x="146" y="4060"/>
                      <a:pt x="325" y="4060"/>
                    </a:cubicBezTo>
                    <a:cubicBezTo>
                      <a:pt x="504" y="4060"/>
                      <a:pt x="647" y="3917"/>
                      <a:pt x="648" y="3736"/>
                    </a:cubicBezTo>
                    <a:lnTo>
                      <a:pt x="648" y="324"/>
                    </a:lnTo>
                    <a:cubicBezTo>
                      <a:pt x="648" y="144"/>
                      <a:pt x="504" y="0"/>
                      <a:pt x="3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grpSp>
        <p:grpSp>
          <p:nvGrpSpPr>
            <p:cNvPr id="236" name="Google Shape;236;p27"/>
            <p:cNvGrpSpPr/>
            <p:nvPr/>
          </p:nvGrpSpPr>
          <p:grpSpPr>
            <a:xfrm>
              <a:off x="6386688" y="3480425"/>
              <a:ext cx="101550" cy="101500"/>
              <a:chOff x="3258600" y="2392325"/>
              <a:chExt cx="101550" cy="101500"/>
            </a:xfrm>
          </p:grpSpPr>
          <p:sp>
            <p:nvSpPr>
              <p:cNvPr id="237" name="Google Shape;237;p27"/>
              <p:cNvSpPr/>
              <p:nvPr/>
            </p:nvSpPr>
            <p:spPr>
              <a:xfrm>
                <a:off x="3258600" y="2435000"/>
                <a:ext cx="101550" cy="16225"/>
              </a:xfrm>
              <a:custGeom>
                <a:avLst/>
                <a:gdLst/>
                <a:ahLst/>
                <a:cxnLst/>
                <a:rect l="l" t="t" r="r" b="b"/>
                <a:pathLst>
                  <a:path w="4062" h="649" extrusionOk="0">
                    <a:moveTo>
                      <a:pt x="324" y="1"/>
                    </a:moveTo>
                    <a:cubicBezTo>
                      <a:pt x="146" y="1"/>
                      <a:pt x="0" y="145"/>
                      <a:pt x="0" y="324"/>
                    </a:cubicBezTo>
                    <a:cubicBezTo>
                      <a:pt x="0" y="503"/>
                      <a:pt x="146" y="648"/>
                      <a:pt x="324" y="648"/>
                    </a:cubicBezTo>
                    <a:lnTo>
                      <a:pt x="3738" y="648"/>
                    </a:lnTo>
                    <a:cubicBezTo>
                      <a:pt x="3916" y="648"/>
                      <a:pt x="4061" y="503"/>
                      <a:pt x="4061" y="324"/>
                    </a:cubicBezTo>
                    <a:cubicBezTo>
                      <a:pt x="4061" y="145"/>
                      <a:pt x="3916" y="1"/>
                      <a:pt x="37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238" name="Google Shape;238;p27"/>
              <p:cNvSpPr/>
              <p:nvPr/>
            </p:nvSpPr>
            <p:spPr>
              <a:xfrm>
                <a:off x="3301275" y="2392325"/>
                <a:ext cx="16225" cy="101500"/>
              </a:xfrm>
              <a:custGeom>
                <a:avLst/>
                <a:gdLst/>
                <a:ahLst/>
                <a:cxnLst/>
                <a:rect l="l" t="t" r="r" b="b"/>
                <a:pathLst>
                  <a:path w="649" h="4060" extrusionOk="0">
                    <a:moveTo>
                      <a:pt x="325" y="0"/>
                    </a:moveTo>
                    <a:cubicBezTo>
                      <a:pt x="146" y="0"/>
                      <a:pt x="1" y="144"/>
                      <a:pt x="1" y="324"/>
                    </a:cubicBezTo>
                    <a:lnTo>
                      <a:pt x="1" y="3736"/>
                    </a:lnTo>
                    <a:cubicBezTo>
                      <a:pt x="1" y="3916"/>
                      <a:pt x="146" y="4060"/>
                      <a:pt x="325" y="4060"/>
                    </a:cubicBezTo>
                    <a:cubicBezTo>
                      <a:pt x="504" y="4060"/>
                      <a:pt x="647" y="3917"/>
                      <a:pt x="648" y="3736"/>
                    </a:cubicBezTo>
                    <a:lnTo>
                      <a:pt x="648" y="324"/>
                    </a:lnTo>
                    <a:cubicBezTo>
                      <a:pt x="648" y="144"/>
                      <a:pt x="504" y="0"/>
                      <a:pt x="3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grpSp>
      </p:grpSp>
      <p:pic>
        <p:nvPicPr>
          <p:cNvPr id="2" name="Picture 1">
            <a:extLst>
              <a:ext uri="{FF2B5EF4-FFF2-40B4-BE49-F238E27FC236}">
                <a16:creationId xmlns:a16="http://schemas.microsoft.com/office/drawing/2014/main" id="{28ACEE51-48B9-040A-7D03-175EA098F6D0}"/>
              </a:ext>
            </a:extLst>
          </p:cNvPr>
          <p:cNvPicPr>
            <a:picLocks noChangeAspect="1"/>
          </p:cNvPicPr>
          <p:nvPr/>
        </p:nvPicPr>
        <p:blipFill>
          <a:blip r:embed="rId3"/>
          <a:stretch>
            <a:fillRect/>
          </a:stretch>
        </p:blipFill>
        <p:spPr>
          <a:xfrm>
            <a:off x="7738587" y="151706"/>
            <a:ext cx="1223586" cy="548640"/>
          </a:xfrm>
          <a:prstGeom prst="rect">
            <a:avLst/>
          </a:prstGeom>
          <a:effectLst>
            <a:outerShdw blurRad="50800" dist="38100" dir="2700000" algn="tl" rotWithShape="0">
              <a:prstClr val="black">
                <a:alpha val="40000"/>
              </a:prstClr>
            </a:outerShdw>
          </a:effectLst>
        </p:spPr>
      </p:pic>
      <p:sp>
        <p:nvSpPr>
          <p:cNvPr id="4" name="TextBox 3">
            <a:extLst>
              <a:ext uri="{FF2B5EF4-FFF2-40B4-BE49-F238E27FC236}">
                <a16:creationId xmlns:a16="http://schemas.microsoft.com/office/drawing/2014/main" id="{FE242ACD-C518-6F82-C448-451E087BD772}"/>
              </a:ext>
            </a:extLst>
          </p:cNvPr>
          <p:cNvSpPr txBox="1"/>
          <p:nvPr/>
        </p:nvSpPr>
        <p:spPr>
          <a:xfrm>
            <a:off x="2563308" y="73726"/>
            <a:ext cx="4017384" cy="738664"/>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50" normalizeH="0" baseline="0" noProof="0" dirty="0">
                <a:ln>
                  <a:noFill/>
                </a:ln>
                <a:solidFill>
                  <a:schemeClr val="accent5">
                    <a:lumMod val="60000"/>
                    <a:lumOff val="40000"/>
                  </a:schemeClr>
                </a:solidFill>
                <a:effectLst>
                  <a:outerShdw blurRad="38100" dist="38100" dir="2700000" algn="tl">
                    <a:srgbClr val="000000">
                      <a:alpha val="43137"/>
                    </a:srgbClr>
                  </a:outerShdw>
                </a:effectLst>
                <a:uLnTx/>
                <a:uFillTx/>
                <a:latin typeface="Didact Gothic" panose="020F0502020204030204" pitchFamily="2" charset="0"/>
                <a:ea typeface="Calibri" pitchFamily="34" charset="-122"/>
                <a:cs typeface="Calibri" pitchFamily="34" charset="-120"/>
              </a:rPr>
              <a:t>ÉCOLE MAROCAINE DES SCIENCES DE L'INGÉNIEUR</a:t>
            </a:r>
            <a:endParaRPr kumimoji="0" lang="en-US" sz="1000" b="1" i="0" u="none" strike="noStrike" kern="1200" cap="none" spc="0" normalizeH="0" baseline="0" noProof="0" dirty="0">
              <a:ln>
                <a:noFill/>
              </a:ln>
              <a:solidFill>
                <a:schemeClr val="accent5">
                  <a:lumMod val="60000"/>
                  <a:lumOff val="40000"/>
                </a:schemeClr>
              </a:solidFill>
              <a:effectLst>
                <a:outerShdw blurRad="38100" dist="38100" dir="2700000" algn="tl">
                  <a:srgbClr val="000000">
                    <a:alpha val="43137"/>
                  </a:srgbClr>
                </a:outerShdw>
              </a:effectLst>
              <a:uLnTx/>
              <a:uFillTx/>
              <a:latin typeface="Didact Gothic" panose="020F0502020204030204" pitchFamily="2"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err="1">
                <a:ln>
                  <a:noFill/>
                </a:ln>
                <a:solidFill>
                  <a:schemeClr val="accent5">
                    <a:lumMod val="60000"/>
                    <a:lumOff val="40000"/>
                  </a:schemeClr>
                </a:solidFill>
                <a:effectLst>
                  <a:outerShdw blurRad="38100" dist="38100" dir="2700000" algn="tl">
                    <a:srgbClr val="000000">
                      <a:alpha val="43137"/>
                    </a:srgbClr>
                  </a:outerShdw>
                </a:effectLst>
                <a:uLnTx/>
                <a:uFillTx/>
                <a:latin typeface="Didact Gothic" panose="020F0502020204030204" pitchFamily="2" charset="0"/>
                <a:ea typeface="Calibri" pitchFamily="34" charset="-122"/>
                <a:cs typeface="Calibri" pitchFamily="34" charset="-120"/>
              </a:rPr>
              <a:t>Filière</a:t>
            </a:r>
            <a:r>
              <a:rPr kumimoji="0" lang="en-US" sz="900" b="0" i="0" u="none" strike="noStrike" kern="1200" cap="none" spc="0" normalizeH="0" baseline="0" noProof="0" dirty="0">
                <a:ln>
                  <a:noFill/>
                </a:ln>
                <a:solidFill>
                  <a:schemeClr val="accent5">
                    <a:lumMod val="60000"/>
                    <a:lumOff val="40000"/>
                  </a:schemeClr>
                </a:solidFill>
                <a:effectLst>
                  <a:outerShdw blurRad="38100" dist="38100" dir="2700000" algn="tl">
                    <a:srgbClr val="000000">
                      <a:alpha val="43137"/>
                    </a:srgbClr>
                  </a:outerShdw>
                </a:effectLst>
                <a:uLnTx/>
                <a:uFillTx/>
                <a:latin typeface="Didact Gothic" panose="020F0502020204030204" pitchFamily="2" charset="0"/>
                <a:ea typeface="Calibri" pitchFamily="34" charset="-122"/>
                <a:cs typeface="Calibri" pitchFamily="34" charset="-120"/>
              </a:rPr>
              <a:t> : Années Préparatoires 1ère Année — G11   |   Module : </a:t>
            </a:r>
            <a:r>
              <a:rPr kumimoji="0" lang="en-US" sz="900" b="0" i="0" u="none" strike="noStrike" kern="1200" cap="none" spc="0" normalizeH="0" baseline="0" noProof="0" dirty="0" err="1">
                <a:ln>
                  <a:noFill/>
                </a:ln>
                <a:solidFill>
                  <a:schemeClr val="accent5">
                    <a:lumMod val="60000"/>
                    <a:lumOff val="40000"/>
                  </a:schemeClr>
                </a:solidFill>
                <a:effectLst>
                  <a:outerShdw blurRad="38100" dist="38100" dir="2700000" algn="tl">
                    <a:srgbClr val="000000">
                      <a:alpha val="43137"/>
                    </a:srgbClr>
                  </a:outerShdw>
                </a:effectLst>
                <a:uLnTx/>
                <a:uFillTx/>
                <a:latin typeface="Didact Gothic" panose="020F0502020204030204" pitchFamily="2" charset="0"/>
                <a:ea typeface="Calibri" pitchFamily="34" charset="-122"/>
                <a:cs typeface="Calibri" pitchFamily="34" charset="-120"/>
              </a:rPr>
              <a:t>Langage</a:t>
            </a:r>
            <a:r>
              <a:rPr kumimoji="0" lang="en-US" sz="900" b="0" i="0" u="none" strike="noStrike" kern="1200" cap="none" spc="0" normalizeH="0" baseline="0" noProof="0" dirty="0">
                <a:ln>
                  <a:noFill/>
                </a:ln>
                <a:solidFill>
                  <a:schemeClr val="accent5">
                    <a:lumMod val="60000"/>
                    <a:lumOff val="40000"/>
                  </a:schemeClr>
                </a:solidFill>
                <a:effectLst>
                  <a:outerShdw blurRad="38100" dist="38100" dir="2700000" algn="tl">
                    <a:srgbClr val="000000">
                      <a:alpha val="43137"/>
                    </a:srgbClr>
                  </a:outerShdw>
                </a:effectLst>
                <a:uLnTx/>
                <a:uFillTx/>
                <a:latin typeface="Didact Gothic" panose="020F0502020204030204" pitchFamily="2" charset="0"/>
                <a:ea typeface="Calibri" pitchFamily="34" charset="-122"/>
                <a:cs typeface="Calibri" pitchFamily="34" charset="-120"/>
              </a:rPr>
              <a:t> de </a:t>
            </a:r>
            <a:r>
              <a:rPr kumimoji="0" lang="en-US" sz="900" b="0" i="0" u="none" strike="noStrike" kern="1200" cap="none" spc="0" normalizeH="0" baseline="0" noProof="0" dirty="0" err="1">
                <a:ln>
                  <a:noFill/>
                </a:ln>
                <a:solidFill>
                  <a:schemeClr val="accent5">
                    <a:lumMod val="60000"/>
                    <a:lumOff val="40000"/>
                  </a:schemeClr>
                </a:solidFill>
                <a:effectLst>
                  <a:outerShdw blurRad="38100" dist="38100" dir="2700000" algn="tl">
                    <a:srgbClr val="000000">
                      <a:alpha val="43137"/>
                    </a:srgbClr>
                  </a:outerShdw>
                </a:effectLst>
                <a:uLnTx/>
                <a:uFillTx/>
                <a:latin typeface="Didact Gothic" panose="020F0502020204030204" pitchFamily="2" charset="0"/>
                <a:ea typeface="Calibri" pitchFamily="34" charset="-122"/>
                <a:cs typeface="Calibri" pitchFamily="34" charset="-120"/>
              </a:rPr>
              <a:t>Programmation</a:t>
            </a:r>
            <a:r>
              <a:rPr kumimoji="0" lang="en-US" sz="900" b="0" i="0" u="none" strike="noStrike" kern="1200" cap="none" spc="0" normalizeH="0" baseline="0" noProof="0" dirty="0">
                <a:ln>
                  <a:noFill/>
                </a:ln>
                <a:solidFill>
                  <a:schemeClr val="accent5">
                    <a:lumMod val="60000"/>
                    <a:lumOff val="40000"/>
                  </a:schemeClr>
                </a:solidFill>
                <a:effectLst>
                  <a:outerShdw blurRad="38100" dist="38100" dir="2700000" algn="tl">
                    <a:srgbClr val="000000">
                      <a:alpha val="43137"/>
                    </a:srgbClr>
                  </a:outerShdw>
                </a:effectLst>
                <a:uLnTx/>
                <a:uFillTx/>
                <a:latin typeface="Didact Gothic" panose="020F0502020204030204" pitchFamily="2" charset="0"/>
                <a:ea typeface="Calibri" pitchFamily="34" charset="-122"/>
                <a:cs typeface="Calibri" pitchFamily="34" charset="-120"/>
              </a:rPr>
              <a:t> C</a:t>
            </a:r>
            <a:endParaRPr kumimoji="0" lang="en-US" sz="900" b="0" i="0" u="none" strike="noStrike" kern="1200" cap="none" spc="0" normalizeH="0" baseline="0" noProof="0" dirty="0">
              <a:ln>
                <a:noFill/>
              </a:ln>
              <a:solidFill>
                <a:schemeClr val="accent5">
                  <a:lumMod val="60000"/>
                  <a:lumOff val="40000"/>
                </a:schemeClr>
              </a:solidFill>
              <a:effectLst>
                <a:outerShdw blurRad="38100" dist="38100" dir="2700000" algn="tl">
                  <a:srgbClr val="000000">
                    <a:alpha val="43137"/>
                  </a:srgbClr>
                </a:outerShdw>
              </a:effectLst>
              <a:uLnTx/>
              <a:uFillTx/>
              <a:latin typeface="Didact Gothic" panose="020F0502020204030204" pitchFamily="2" charset="0"/>
              <a:ea typeface="+mn-ea"/>
              <a:cs typeface="+mn-cs"/>
            </a:endParaRPr>
          </a:p>
          <a:p>
            <a:endParaRPr lang="en-US" dirty="0">
              <a:effectLst>
                <a:outerShdw blurRad="38100" dist="38100" dir="2700000" algn="tl">
                  <a:srgbClr val="000000">
                    <a:alpha val="43137"/>
                  </a:srgb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9"/>
          <p:cNvSpPr txBox="1">
            <a:spLocks noGrp="1"/>
          </p:cNvSpPr>
          <p:nvPr>
            <p:ph type="title"/>
          </p:nvPr>
        </p:nvSpPr>
        <p:spPr>
          <a:xfrm>
            <a:off x="720000" y="1085300"/>
            <a:ext cx="2336400" cy="795900"/>
          </a:xfrm>
          <a:prstGeom prst="rect">
            <a:avLst/>
          </a:prstGeom>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r>
              <a:rPr lang="en" dirty="0">
                <a:effectLst>
                  <a:outerShdw blurRad="38100" dist="38100" dir="2700000" algn="tl">
                    <a:srgbClr val="000000">
                      <a:alpha val="43137"/>
                    </a:srgbClr>
                  </a:outerShdw>
                </a:effectLst>
              </a:rPr>
              <a:t>INTRODUCTION</a:t>
            </a:r>
            <a:endParaRPr dirty="0">
              <a:solidFill>
                <a:schemeClr val="accent4"/>
              </a:solidFill>
              <a:effectLst>
                <a:outerShdw blurRad="38100" dist="38100" dir="2700000" algn="tl">
                  <a:srgbClr val="000000">
                    <a:alpha val="43137"/>
                  </a:srgbClr>
                </a:outerShdw>
              </a:effectLst>
            </a:endParaRPr>
          </a:p>
        </p:txBody>
      </p:sp>
      <p:sp>
        <p:nvSpPr>
          <p:cNvPr id="250" name="Google Shape;250;p29"/>
          <p:cNvSpPr txBox="1">
            <a:spLocks noGrp="1"/>
          </p:cNvSpPr>
          <p:nvPr>
            <p:ph type="title" idx="2"/>
          </p:nvPr>
        </p:nvSpPr>
        <p:spPr>
          <a:xfrm>
            <a:off x="720000" y="540000"/>
            <a:ext cx="1275300" cy="593400"/>
          </a:xfrm>
          <a:prstGeom prst="rect">
            <a:avLst/>
          </a:prstGeom>
          <a:effectLst>
            <a:outerShdw blurRad="50800" dist="38100" dir="2700000" algn="tl" rotWithShape="0">
              <a:prstClr val="black">
                <a:alpha val="40000"/>
              </a:prstClr>
            </a:outerShdw>
          </a:effectLst>
        </p:spPr>
        <p:txBody>
          <a:bodyPr spcFirstLastPara="1" wrap="square" lIns="91425" tIns="91425" rIns="91425" bIns="91425" anchor="b" anchorCtr="0">
            <a:noAutofit/>
          </a:bodyPr>
          <a:lstStyle/>
          <a:p>
            <a:pPr marL="0" lvl="0" indent="0" algn="l" rtl="0">
              <a:spcBef>
                <a:spcPts val="0"/>
              </a:spcBef>
              <a:spcAft>
                <a:spcPts val="0"/>
              </a:spcAft>
              <a:buNone/>
            </a:pPr>
            <a:r>
              <a:rPr lang="en">
                <a:effectLst>
                  <a:outerShdw blurRad="38100" dist="38100" dir="2700000" algn="tl">
                    <a:srgbClr val="000000">
                      <a:alpha val="43137"/>
                    </a:srgbClr>
                  </a:outerShdw>
                </a:effectLst>
              </a:rPr>
              <a:t>01</a:t>
            </a:r>
            <a:endParaRPr>
              <a:effectLst>
                <a:outerShdw blurRad="38100" dist="38100" dir="2700000" algn="tl">
                  <a:srgbClr val="000000">
                    <a:alpha val="43137"/>
                  </a:srgbClr>
                </a:outerShdw>
              </a:effectLst>
            </a:endParaRPr>
          </a:p>
        </p:txBody>
      </p:sp>
      <p:sp>
        <p:nvSpPr>
          <p:cNvPr id="252" name="Google Shape;252;p29"/>
          <p:cNvSpPr txBox="1">
            <a:spLocks noGrp="1"/>
          </p:cNvSpPr>
          <p:nvPr>
            <p:ph type="title" idx="3"/>
          </p:nvPr>
        </p:nvSpPr>
        <p:spPr>
          <a:xfrm>
            <a:off x="3403800" y="1085300"/>
            <a:ext cx="2336400" cy="1304000"/>
          </a:xfrm>
          <a:prstGeom prst="rect">
            <a:avLst/>
          </a:prstGeom>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r>
              <a:rPr lang="en" dirty="0">
                <a:effectLst>
                  <a:outerShdw blurRad="38100" dist="38100" dir="2700000" algn="tl">
                    <a:srgbClr val="000000">
                      <a:alpha val="43137"/>
                    </a:srgbClr>
                  </a:outerShdw>
                </a:effectLst>
              </a:rPr>
              <a:t>ANALYSE DES STRUCTURES </a:t>
            </a:r>
            <a:r>
              <a:rPr lang="en" dirty="0">
                <a:solidFill>
                  <a:schemeClr val="accent4"/>
                </a:solidFill>
                <a:effectLst>
                  <a:outerShdw blurRad="38100" dist="38100" dir="2700000" algn="tl">
                    <a:srgbClr val="000000">
                      <a:alpha val="43137"/>
                    </a:srgbClr>
                  </a:outerShdw>
                </a:effectLst>
              </a:rPr>
              <a:t>ET DES TARIFS</a:t>
            </a:r>
            <a:endParaRPr dirty="0">
              <a:solidFill>
                <a:schemeClr val="accent4"/>
              </a:solidFill>
              <a:effectLst>
                <a:outerShdw blurRad="38100" dist="38100" dir="2700000" algn="tl">
                  <a:srgbClr val="000000">
                    <a:alpha val="43137"/>
                  </a:srgbClr>
                </a:outerShdw>
              </a:effectLst>
            </a:endParaRPr>
          </a:p>
        </p:txBody>
      </p:sp>
      <p:sp>
        <p:nvSpPr>
          <p:cNvPr id="253" name="Google Shape;253;p29"/>
          <p:cNvSpPr txBox="1">
            <a:spLocks noGrp="1"/>
          </p:cNvSpPr>
          <p:nvPr>
            <p:ph type="title" idx="4"/>
          </p:nvPr>
        </p:nvSpPr>
        <p:spPr>
          <a:xfrm>
            <a:off x="3403800" y="540000"/>
            <a:ext cx="1275300" cy="593400"/>
          </a:xfrm>
          <a:prstGeom prst="rect">
            <a:avLst/>
          </a:prstGeom>
          <a:effectLst>
            <a:outerShdw blurRad="50800" dist="38100" dir="2700000" algn="tl" rotWithShape="0">
              <a:prstClr val="black">
                <a:alpha val="40000"/>
              </a:prstClr>
            </a:outerShdw>
          </a:effectLst>
        </p:spPr>
        <p:txBody>
          <a:bodyPr spcFirstLastPara="1" wrap="square" lIns="91425" tIns="91425" rIns="91425" bIns="91425" anchor="b" anchorCtr="0">
            <a:noAutofit/>
          </a:bodyPr>
          <a:lstStyle/>
          <a:p>
            <a:pPr marL="0" lvl="0" indent="0" algn="l" rtl="0">
              <a:spcBef>
                <a:spcPts val="0"/>
              </a:spcBef>
              <a:spcAft>
                <a:spcPts val="0"/>
              </a:spcAft>
              <a:buNone/>
            </a:pPr>
            <a:r>
              <a:rPr lang="en">
                <a:effectLst>
                  <a:outerShdw blurRad="38100" dist="38100" dir="2700000" algn="tl">
                    <a:srgbClr val="000000">
                      <a:alpha val="43137"/>
                    </a:srgbClr>
                  </a:outerShdw>
                </a:effectLst>
              </a:rPr>
              <a:t>02</a:t>
            </a:r>
            <a:endParaRPr>
              <a:effectLst>
                <a:outerShdw blurRad="38100" dist="38100" dir="2700000" algn="tl">
                  <a:srgbClr val="000000">
                    <a:alpha val="43137"/>
                  </a:srgbClr>
                </a:outerShdw>
              </a:effectLst>
            </a:endParaRPr>
          </a:p>
        </p:txBody>
      </p:sp>
      <p:sp>
        <p:nvSpPr>
          <p:cNvPr id="255" name="Google Shape;255;p29"/>
          <p:cNvSpPr txBox="1">
            <a:spLocks noGrp="1"/>
          </p:cNvSpPr>
          <p:nvPr>
            <p:ph type="title" idx="6"/>
          </p:nvPr>
        </p:nvSpPr>
        <p:spPr>
          <a:xfrm>
            <a:off x="720000" y="3299500"/>
            <a:ext cx="2336400" cy="1592874"/>
          </a:xfrm>
          <a:prstGeom prst="rect">
            <a:avLst/>
          </a:prstGeom>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r>
              <a:rPr lang="en" dirty="0">
                <a:effectLst>
                  <a:outerShdw blurRad="38100" dist="38100" dir="2700000" algn="tl">
                    <a:srgbClr val="000000">
                      <a:alpha val="43137"/>
                    </a:srgbClr>
                  </a:outerShdw>
                </a:effectLst>
              </a:rPr>
              <a:t>FONCTIONS DE CALCUL </a:t>
            </a:r>
            <a:r>
              <a:rPr lang="en" dirty="0">
                <a:solidFill>
                  <a:schemeClr val="accent4"/>
                </a:solidFill>
                <a:effectLst>
                  <a:outerShdw blurRad="38100" dist="38100" dir="2700000" algn="tl">
                    <a:srgbClr val="000000">
                      <a:alpha val="43137"/>
                    </a:srgbClr>
                  </a:outerShdw>
                </a:effectLst>
              </a:rPr>
              <a:t>ET D’ENREGISTREMENT</a:t>
            </a:r>
            <a:endParaRPr dirty="0">
              <a:solidFill>
                <a:schemeClr val="accent4"/>
              </a:solidFill>
              <a:effectLst>
                <a:outerShdw blurRad="38100" dist="38100" dir="2700000" algn="tl">
                  <a:srgbClr val="000000">
                    <a:alpha val="43137"/>
                  </a:srgbClr>
                </a:outerShdw>
              </a:effectLst>
            </a:endParaRPr>
          </a:p>
        </p:txBody>
      </p:sp>
      <p:sp>
        <p:nvSpPr>
          <p:cNvPr id="256" name="Google Shape;256;p29"/>
          <p:cNvSpPr txBox="1">
            <a:spLocks noGrp="1"/>
          </p:cNvSpPr>
          <p:nvPr>
            <p:ph type="title" idx="7"/>
          </p:nvPr>
        </p:nvSpPr>
        <p:spPr>
          <a:xfrm>
            <a:off x="720000" y="2754200"/>
            <a:ext cx="1275300" cy="593400"/>
          </a:xfrm>
          <a:prstGeom prst="rect">
            <a:avLst/>
          </a:prstGeom>
          <a:effectLst>
            <a:outerShdw blurRad="50800" dist="38100" dir="2700000" algn="tl" rotWithShape="0">
              <a:prstClr val="black">
                <a:alpha val="40000"/>
              </a:prstClr>
            </a:outerShdw>
          </a:effectLst>
        </p:spPr>
        <p:txBody>
          <a:bodyPr spcFirstLastPara="1" wrap="square" lIns="91425" tIns="91425" rIns="91425" bIns="91425" anchor="b" anchorCtr="0">
            <a:noAutofit/>
          </a:bodyPr>
          <a:lstStyle/>
          <a:p>
            <a:pPr marL="0" lvl="0" indent="0" algn="l" rtl="0">
              <a:spcBef>
                <a:spcPts val="0"/>
              </a:spcBef>
              <a:spcAft>
                <a:spcPts val="0"/>
              </a:spcAft>
              <a:buNone/>
            </a:pPr>
            <a:r>
              <a:rPr lang="en">
                <a:effectLst>
                  <a:outerShdw blurRad="38100" dist="38100" dir="2700000" algn="tl">
                    <a:srgbClr val="000000">
                      <a:alpha val="43137"/>
                    </a:srgbClr>
                  </a:outerShdw>
                </a:effectLst>
              </a:rPr>
              <a:t>03</a:t>
            </a:r>
            <a:endParaRPr>
              <a:effectLst>
                <a:outerShdw blurRad="38100" dist="38100" dir="2700000" algn="tl">
                  <a:srgbClr val="000000">
                    <a:alpha val="43137"/>
                  </a:srgbClr>
                </a:outerShdw>
              </a:effectLst>
            </a:endParaRPr>
          </a:p>
        </p:txBody>
      </p:sp>
      <p:sp>
        <p:nvSpPr>
          <p:cNvPr id="258" name="Google Shape;258;p29"/>
          <p:cNvSpPr txBox="1">
            <a:spLocks noGrp="1"/>
          </p:cNvSpPr>
          <p:nvPr>
            <p:ph type="title" idx="9"/>
          </p:nvPr>
        </p:nvSpPr>
        <p:spPr>
          <a:xfrm>
            <a:off x="3403800" y="3299500"/>
            <a:ext cx="2336400" cy="1304000"/>
          </a:xfrm>
          <a:prstGeom prst="rect">
            <a:avLst/>
          </a:prstGeom>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pPr lvl="0"/>
            <a:r>
              <a:rPr lang="en" dirty="0">
                <a:effectLst>
                  <a:outerShdw blurRad="38100" dist="38100" dir="2700000" algn="tl">
                    <a:srgbClr val="000000">
                      <a:alpha val="43137"/>
                    </a:srgbClr>
                  </a:outerShdw>
                </a:effectLst>
              </a:rPr>
              <a:t>FONCTIONS DE TRI</a:t>
            </a:r>
            <a:r>
              <a:rPr lang="en-US" dirty="0">
                <a:effectLst>
                  <a:outerShdw blurRad="38100" dist="38100" dir="2700000" algn="tl">
                    <a:srgbClr val="000000">
                      <a:alpha val="43137"/>
                    </a:srgbClr>
                  </a:outerShdw>
                </a:effectLst>
              </a:rPr>
              <a:t>, </a:t>
            </a:r>
            <a:r>
              <a:rPr lang="en-US" dirty="0">
                <a:solidFill>
                  <a:schemeClr val="accent4"/>
                </a:solidFill>
                <a:effectLst>
                  <a:outerShdw blurRad="38100" dist="38100" dir="2700000" algn="tl">
                    <a:srgbClr val="000000">
                      <a:alpha val="43137"/>
                    </a:srgbClr>
                  </a:outerShdw>
                </a:effectLst>
              </a:rPr>
              <a:t>RAPPORT ET MODIFICATION</a:t>
            </a:r>
            <a:endParaRPr dirty="0">
              <a:solidFill>
                <a:schemeClr val="accent4"/>
              </a:solidFill>
              <a:effectLst>
                <a:outerShdw blurRad="38100" dist="38100" dir="2700000" algn="tl">
                  <a:srgbClr val="000000">
                    <a:alpha val="43137"/>
                  </a:srgbClr>
                </a:outerShdw>
              </a:effectLst>
            </a:endParaRPr>
          </a:p>
        </p:txBody>
      </p:sp>
      <p:sp>
        <p:nvSpPr>
          <p:cNvPr id="259" name="Google Shape;259;p29"/>
          <p:cNvSpPr txBox="1">
            <a:spLocks noGrp="1"/>
          </p:cNvSpPr>
          <p:nvPr>
            <p:ph type="title" idx="13"/>
          </p:nvPr>
        </p:nvSpPr>
        <p:spPr>
          <a:xfrm>
            <a:off x="3403800" y="2754200"/>
            <a:ext cx="1275300" cy="593400"/>
          </a:xfrm>
          <a:prstGeom prst="rect">
            <a:avLst/>
          </a:prstGeom>
          <a:effectLst>
            <a:outerShdw blurRad="50800" dist="38100" dir="2700000" algn="tl" rotWithShape="0">
              <a:prstClr val="black">
                <a:alpha val="40000"/>
              </a:prstClr>
            </a:outerShdw>
          </a:effectLst>
        </p:spPr>
        <p:txBody>
          <a:bodyPr spcFirstLastPara="1" wrap="square" lIns="91425" tIns="91425" rIns="91425" bIns="91425" anchor="b" anchorCtr="0">
            <a:noAutofit/>
          </a:bodyPr>
          <a:lstStyle/>
          <a:p>
            <a:pPr marL="0" lvl="0" indent="0" algn="l" rtl="0">
              <a:spcBef>
                <a:spcPts val="0"/>
              </a:spcBef>
              <a:spcAft>
                <a:spcPts val="0"/>
              </a:spcAft>
              <a:buNone/>
            </a:pPr>
            <a:r>
              <a:rPr lang="en">
                <a:effectLst>
                  <a:outerShdw blurRad="38100" dist="38100" dir="2700000" algn="tl">
                    <a:srgbClr val="000000">
                      <a:alpha val="43137"/>
                    </a:srgbClr>
                  </a:outerShdw>
                </a:effectLst>
              </a:rPr>
              <a:t>04</a:t>
            </a:r>
            <a:endParaRPr>
              <a:effectLst>
                <a:outerShdw blurRad="38100" dist="38100" dir="2700000" algn="tl">
                  <a:srgbClr val="000000">
                    <a:alpha val="43137"/>
                  </a:srgbClr>
                </a:outerShdw>
              </a:effectLst>
            </a:endParaRPr>
          </a:p>
        </p:txBody>
      </p:sp>
      <p:pic>
        <p:nvPicPr>
          <p:cNvPr id="11" name="Picture 10" descr="Story pin image">
            <a:extLst>
              <a:ext uri="{FF2B5EF4-FFF2-40B4-BE49-F238E27FC236}">
                <a16:creationId xmlns:a16="http://schemas.microsoft.com/office/drawing/2014/main" id="{C0354A47-D751-9CA8-253B-8E434C5B3195}"/>
              </a:ext>
            </a:extLst>
          </p:cNvPr>
          <p:cNvPicPr>
            <a:picLocks noChangeAspect="1"/>
          </p:cNvPicPr>
          <p:nvPr/>
        </p:nvPicPr>
        <p:blipFill>
          <a:blip r:embed="rId3"/>
          <a:stretch>
            <a:fillRect/>
          </a:stretch>
        </p:blipFill>
        <p:spPr>
          <a:xfrm>
            <a:off x="6087600" y="641998"/>
            <a:ext cx="2585867" cy="3859503"/>
          </a:xfrm>
          <a:prstGeom prst="rect">
            <a:avLst/>
          </a:prstGeom>
          <a:effectLst>
            <a:glow rad="63500">
              <a:schemeClr val="accent4">
                <a:satMod val="175000"/>
                <a:alpha val="40000"/>
              </a:schemeClr>
            </a:glow>
            <a:innerShdw blurRad="63500" dist="50800" dir="13500000">
              <a:prstClr val="black">
                <a:alpha val="50000"/>
              </a:prstClr>
            </a:inn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pic>
        <p:nvPicPr>
          <p:cNvPr id="4" name="Picture 3">
            <a:extLst>
              <a:ext uri="{FF2B5EF4-FFF2-40B4-BE49-F238E27FC236}">
                <a16:creationId xmlns:a16="http://schemas.microsoft.com/office/drawing/2014/main" id="{57F92B8D-0A92-913A-1C68-5BDBAE49AA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5720" y="-511412"/>
            <a:ext cx="9235440" cy="6332874"/>
          </a:xfrm>
          <a:prstGeom prst="rect">
            <a:avLst/>
          </a:prstGeom>
        </p:spPr>
      </p:pic>
      <p:sp>
        <p:nvSpPr>
          <p:cNvPr id="291" name="Google Shape;291;p30"/>
          <p:cNvSpPr txBox="1">
            <a:spLocks noGrp="1"/>
          </p:cNvSpPr>
          <p:nvPr>
            <p:ph type="title"/>
          </p:nvPr>
        </p:nvSpPr>
        <p:spPr>
          <a:xfrm>
            <a:off x="2026950" y="1390375"/>
            <a:ext cx="5090100" cy="2529300"/>
          </a:xfrm>
          <a:prstGeom prst="rect">
            <a:avLst/>
          </a:prstGeom>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accent4"/>
                </a:solidFill>
                <a:effectLst>
                  <a:outerShdw blurRad="38100" dist="38100" dir="2700000" algn="tl">
                    <a:srgbClr val="000000">
                      <a:alpha val="43137"/>
                    </a:srgbClr>
                  </a:outerShdw>
                </a:effectLst>
              </a:rPr>
              <a:t>COMMENT GÉRER </a:t>
            </a:r>
            <a:r>
              <a:rPr lang="en" dirty="0">
                <a:solidFill>
                  <a:schemeClr val="bg1"/>
                </a:solidFill>
                <a:effectLst>
                  <a:outerShdw blurRad="38100" dist="38100" dir="2700000" algn="tl">
                    <a:srgbClr val="000000">
                      <a:alpha val="43137"/>
                    </a:srgbClr>
                  </a:outerShdw>
                </a:effectLst>
              </a:rPr>
              <a:t>UNE AGENCE ?</a:t>
            </a:r>
            <a:endParaRPr dirty="0">
              <a:solidFill>
                <a:schemeClr val="bg1"/>
              </a:solidFill>
              <a:effectLst>
                <a:outerShdw blurRad="38100" dist="38100" dir="2700000" algn="tl">
                  <a:srgbClr val="000000">
                    <a:alpha val="43137"/>
                  </a:srgbClr>
                </a:outerShdw>
              </a:effectLst>
            </a:endParaRPr>
          </a:p>
        </p:txBody>
      </p:sp>
      <p:grpSp>
        <p:nvGrpSpPr>
          <p:cNvPr id="292" name="Google Shape;292;p30"/>
          <p:cNvGrpSpPr/>
          <p:nvPr/>
        </p:nvGrpSpPr>
        <p:grpSpPr>
          <a:xfrm>
            <a:off x="1408613" y="438500"/>
            <a:ext cx="6373450" cy="3982525"/>
            <a:chOff x="1408613" y="438500"/>
            <a:chExt cx="6373450" cy="3982525"/>
          </a:xfrm>
          <a:effectLst>
            <a:outerShdw blurRad="50800" dist="38100" dir="2700000" algn="tl" rotWithShape="0">
              <a:prstClr val="black">
                <a:alpha val="40000"/>
              </a:prstClr>
            </a:outerShdw>
          </a:effectLst>
        </p:grpSpPr>
        <p:grpSp>
          <p:nvGrpSpPr>
            <p:cNvPr id="302" name="Google Shape;302;p30"/>
            <p:cNvGrpSpPr/>
            <p:nvPr/>
          </p:nvGrpSpPr>
          <p:grpSpPr>
            <a:xfrm>
              <a:off x="1408613" y="438500"/>
              <a:ext cx="1701975" cy="1394917"/>
              <a:chOff x="1408613" y="438500"/>
              <a:chExt cx="1701975" cy="1394917"/>
            </a:xfrm>
          </p:grpSpPr>
          <p:sp>
            <p:nvSpPr>
              <p:cNvPr id="303" name="Google Shape;303;p30"/>
              <p:cNvSpPr/>
              <p:nvPr/>
            </p:nvSpPr>
            <p:spPr>
              <a:xfrm>
                <a:off x="1896332" y="1181184"/>
                <a:ext cx="210211" cy="221573"/>
              </a:xfrm>
              <a:custGeom>
                <a:avLst/>
                <a:gdLst/>
                <a:ahLst/>
                <a:cxnLst/>
                <a:rect l="l" t="t" r="r" b="b"/>
                <a:pathLst>
                  <a:path w="4866" h="5129" extrusionOk="0">
                    <a:moveTo>
                      <a:pt x="2943" y="0"/>
                    </a:moveTo>
                    <a:lnTo>
                      <a:pt x="0" y="3521"/>
                    </a:lnTo>
                    <a:lnTo>
                      <a:pt x="1921" y="5128"/>
                    </a:lnTo>
                    <a:lnTo>
                      <a:pt x="4865" y="1606"/>
                    </a:lnTo>
                    <a:lnTo>
                      <a:pt x="294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304" name="Google Shape;304;p30"/>
              <p:cNvSpPr/>
              <p:nvPr/>
            </p:nvSpPr>
            <p:spPr>
              <a:xfrm>
                <a:off x="1928127" y="540009"/>
                <a:ext cx="799157" cy="799157"/>
              </a:xfrm>
              <a:custGeom>
                <a:avLst/>
                <a:gdLst/>
                <a:ahLst/>
                <a:cxnLst/>
                <a:rect l="l" t="t" r="r" b="b"/>
                <a:pathLst>
                  <a:path w="18499" h="18499" extrusionOk="0">
                    <a:moveTo>
                      <a:pt x="9250" y="0"/>
                    </a:moveTo>
                    <a:cubicBezTo>
                      <a:pt x="6796" y="0"/>
                      <a:pt x="4444" y="975"/>
                      <a:pt x="2709" y="2709"/>
                    </a:cubicBezTo>
                    <a:cubicBezTo>
                      <a:pt x="975" y="4444"/>
                      <a:pt x="0" y="6796"/>
                      <a:pt x="0" y="9249"/>
                    </a:cubicBezTo>
                    <a:cubicBezTo>
                      <a:pt x="0" y="11702"/>
                      <a:pt x="975" y="14055"/>
                      <a:pt x="2709" y="15790"/>
                    </a:cubicBezTo>
                    <a:cubicBezTo>
                      <a:pt x="4444" y="17524"/>
                      <a:pt x="6796" y="18498"/>
                      <a:pt x="9250" y="18498"/>
                    </a:cubicBezTo>
                    <a:cubicBezTo>
                      <a:pt x="11702" y="18498"/>
                      <a:pt x="14054" y="17524"/>
                      <a:pt x="15790" y="15790"/>
                    </a:cubicBezTo>
                    <a:cubicBezTo>
                      <a:pt x="17524" y="14055"/>
                      <a:pt x="18498" y="11702"/>
                      <a:pt x="18498" y="9249"/>
                    </a:cubicBezTo>
                    <a:cubicBezTo>
                      <a:pt x="18498" y="6796"/>
                      <a:pt x="17524" y="4444"/>
                      <a:pt x="15790" y="2709"/>
                    </a:cubicBezTo>
                    <a:cubicBezTo>
                      <a:pt x="14054" y="975"/>
                      <a:pt x="11702" y="0"/>
                      <a:pt x="92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305" name="Google Shape;305;p30"/>
              <p:cNvSpPr/>
              <p:nvPr/>
            </p:nvSpPr>
            <p:spPr>
              <a:xfrm>
                <a:off x="2025543" y="637425"/>
                <a:ext cx="604325" cy="604325"/>
              </a:xfrm>
              <a:custGeom>
                <a:avLst/>
                <a:gdLst/>
                <a:ahLst/>
                <a:cxnLst/>
                <a:rect l="l" t="t" r="r" b="b"/>
                <a:pathLst>
                  <a:path w="13989" h="13989" extrusionOk="0">
                    <a:moveTo>
                      <a:pt x="6995" y="0"/>
                    </a:moveTo>
                    <a:cubicBezTo>
                      <a:pt x="5139" y="0"/>
                      <a:pt x="3361" y="738"/>
                      <a:pt x="2049" y="2049"/>
                    </a:cubicBezTo>
                    <a:cubicBezTo>
                      <a:pt x="738" y="3361"/>
                      <a:pt x="0" y="5139"/>
                      <a:pt x="0" y="6994"/>
                    </a:cubicBezTo>
                    <a:cubicBezTo>
                      <a:pt x="0" y="8850"/>
                      <a:pt x="738" y="10628"/>
                      <a:pt x="2049" y="11939"/>
                    </a:cubicBezTo>
                    <a:cubicBezTo>
                      <a:pt x="3361" y="13251"/>
                      <a:pt x="5139" y="13988"/>
                      <a:pt x="6995" y="13988"/>
                    </a:cubicBezTo>
                    <a:cubicBezTo>
                      <a:pt x="8850" y="13988"/>
                      <a:pt x="10628" y="13251"/>
                      <a:pt x="11939" y="11939"/>
                    </a:cubicBezTo>
                    <a:cubicBezTo>
                      <a:pt x="13251" y="10628"/>
                      <a:pt x="13988" y="8850"/>
                      <a:pt x="13988" y="6994"/>
                    </a:cubicBezTo>
                    <a:cubicBezTo>
                      <a:pt x="13988" y="5139"/>
                      <a:pt x="13251" y="3361"/>
                      <a:pt x="11939" y="2049"/>
                    </a:cubicBezTo>
                    <a:cubicBezTo>
                      <a:pt x="10628" y="738"/>
                      <a:pt x="8850" y="0"/>
                      <a:pt x="69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306" name="Google Shape;306;p30"/>
              <p:cNvSpPr/>
              <p:nvPr/>
            </p:nvSpPr>
            <p:spPr>
              <a:xfrm>
                <a:off x="2300727" y="713025"/>
                <a:ext cx="233410" cy="240883"/>
              </a:xfrm>
              <a:custGeom>
                <a:avLst/>
                <a:gdLst/>
                <a:ahLst/>
                <a:cxnLst/>
                <a:rect l="l" t="t" r="r" b="b"/>
                <a:pathLst>
                  <a:path w="5403" h="5576" extrusionOk="0">
                    <a:moveTo>
                      <a:pt x="712" y="0"/>
                    </a:moveTo>
                    <a:cubicBezTo>
                      <a:pt x="336" y="0"/>
                      <a:pt x="16" y="310"/>
                      <a:pt x="5" y="701"/>
                    </a:cubicBezTo>
                    <a:lnTo>
                      <a:pt x="5" y="706"/>
                    </a:lnTo>
                    <a:cubicBezTo>
                      <a:pt x="1" y="978"/>
                      <a:pt x="203" y="1209"/>
                      <a:pt x="462" y="1287"/>
                    </a:cubicBezTo>
                    <a:cubicBezTo>
                      <a:pt x="2483" y="1908"/>
                      <a:pt x="3616" y="3226"/>
                      <a:pt x="4058" y="5083"/>
                    </a:cubicBezTo>
                    <a:cubicBezTo>
                      <a:pt x="4119" y="5350"/>
                      <a:pt x="4339" y="5566"/>
                      <a:pt x="4611" y="5575"/>
                    </a:cubicBezTo>
                    <a:lnTo>
                      <a:pt x="4617" y="5575"/>
                    </a:lnTo>
                    <a:cubicBezTo>
                      <a:pt x="4624" y="5575"/>
                      <a:pt x="4632" y="5575"/>
                      <a:pt x="4639" y="5575"/>
                    </a:cubicBezTo>
                    <a:cubicBezTo>
                      <a:pt x="5059" y="5575"/>
                      <a:pt x="5402" y="5208"/>
                      <a:pt x="5351" y="4787"/>
                    </a:cubicBezTo>
                    <a:cubicBezTo>
                      <a:pt x="5064" y="2379"/>
                      <a:pt x="3220" y="430"/>
                      <a:pt x="833" y="11"/>
                    </a:cubicBezTo>
                    <a:cubicBezTo>
                      <a:pt x="792" y="4"/>
                      <a:pt x="752" y="0"/>
                      <a:pt x="712" y="0"/>
                    </a:cubicBezTo>
                    <a:close/>
                  </a:path>
                </a:pathLst>
              </a:custGeom>
              <a:solidFill>
                <a:srgbClr val="F9FB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307" name="Google Shape;307;p30"/>
              <p:cNvSpPr/>
              <p:nvPr/>
            </p:nvSpPr>
            <p:spPr>
              <a:xfrm>
                <a:off x="2469078" y="997065"/>
                <a:ext cx="99619" cy="88862"/>
              </a:xfrm>
              <a:custGeom>
                <a:avLst/>
                <a:gdLst/>
                <a:ahLst/>
                <a:cxnLst/>
                <a:rect l="l" t="t" r="r" b="b"/>
                <a:pathLst>
                  <a:path w="2306" h="2057" extrusionOk="0">
                    <a:moveTo>
                      <a:pt x="1153" y="0"/>
                    </a:moveTo>
                    <a:cubicBezTo>
                      <a:pt x="860" y="0"/>
                      <a:pt x="568" y="126"/>
                      <a:pt x="365" y="369"/>
                    </a:cubicBezTo>
                    <a:cubicBezTo>
                      <a:pt x="0" y="804"/>
                      <a:pt x="58" y="1452"/>
                      <a:pt x="493" y="1817"/>
                    </a:cubicBezTo>
                    <a:cubicBezTo>
                      <a:pt x="686" y="1978"/>
                      <a:pt x="920" y="2056"/>
                      <a:pt x="1152" y="2056"/>
                    </a:cubicBezTo>
                    <a:cubicBezTo>
                      <a:pt x="1446" y="2056"/>
                      <a:pt x="1738" y="1931"/>
                      <a:pt x="1942" y="1688"/>
                    </a:cubicBezTo>
                    <a:cubicBezTo>
                      <a:pt x="2305" y="1252"/>
                      <a:pt x="2248" y="604"/>
                      <a:pt x="1812" y="239"/>
                    </a:cubicBezTo>
                    <a:cubicBezTo>
                      <a:pt x="1620" y="79"/>
                      <a:pt x="1386" y="0"/>
                      <a:pt x="1153" y="0"/>
                    </a:cubicBezTo>
                    <a:close/>
                  </a:path>
                </a:pathLst>
              </a:custGeom>
              <a:solidFill>
                <a:srgbClr val="F9FB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308" name="Google Shape;308;p30"/>
              <p:cNvSpPr/>
              <p:nvPr/>
            </p:nvSpPr>
            <p:spPr>
              <a:xfrm>
                <a:off x="1510167" y="1333377"/>
                <a:ext cx="469195" cy="500040"/>
              </a:xfrm>
              <a:custGeom>
                <a:avLst/>
                <a:gdLst/>
                <a:ahLst/>
                <a:cxnLst/>
                <a:rect l="l" t="t" r="r" b="b"/>
                <a:pathLst>
                  <a:path w="10861" h="11575" extrusionOk="0">
                    <a:moveTo>
                      <a:pt x="8938" y="1"/>
                    </a:moveTo>
                    <a:lnTo>
                      <a:pt x="8935" y="4"/>
                    </a:lnTo>
                    <a:cubicBezTo>
                      <a:pt x="4519" y="2795"/>
                      <a:pt x="0" y="5575"/>
                      <a:pt x="409" y="8837"/>
                    </a:cubicBezTo>
                    <a:cubicBezTo>
                      <a:pt x="603" y="10383"/>
                      <a:pt x="1975" y="11574"/>
                      <a:pt x="3520" y="11574"/>
                    </a:cubicBezTo>
                    <a:cubicBezTo>
                      <a:pt x="3571" y="11574"/>
                      <a:pt x="3623" y="11573"/>
                      <a:pt x="3674" y="11570"/>
                    </a:cubicBezTo>
                    <a:cubicBezTo>
                      <a:pt x="6962" y="11397"/>
                      <a:pt x="8897" y="6455"/>
                      <a:pt x="10860" y="1607"/>
                    </a:cubicBezTo>
                    <a:lnTo>
                      <a:pt x="893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grpSp>
            <p:nvGrpSpPr>
              <p:cNvPr id="309" name="Google Shape;309;p30"/>
              <p:cNvGrpSpPr/>
              <p:nvPr/>
            </p:nvGrpSpPr>
            <p:grpSpPr>
              <a:xfrm>
                <a:off x="3009038" y="438500"/>
                <a:ext cx="101550" cy="101500"/>
                <a:chOff x="3258600" y="2392325"/>
                <a:chExt cx="101550" cy="101500"/>
              </a:xfrm>
            </p:grpSpPr>
            <p:sp>
              <p:nvSpPr>
                <p:cNvPr id="310" name="Google Shape;310;p30"/>
                <p:cNvSpPr/>
                <p:nvPr/>
              </p:nvSpPr>
              <p:spPr>
                <a:xfrm>
                  <a:off x="3258600" y="2435000"/>
                  <a:ext cx="101550" cy="16225"/>
                </a:xfrm>
                <a:custGeom>
                  <a:avLst/>
                  <a:gdLst/>
                  <a:ahLst/>
                  <a:cxnLst/>
                  <a:rect l="l" t="t" r="r" b="b"/>
                  <a:pathLst>
                    <a:path w="4062" h="649" extrusionOk="0">
                      <a:moveTo>
                        <a:pt x="324" y="1"/>
                      </a:moveTo>
                      <a:cubicBezTo>
                        <a:pt x="146" y="1"/>
                        <a:pt x="0" y="145"/>
                        <a:pt x="0" y="324"/>
                      </a:cubicBezTo>
                      <a:cubicBezTo>
                        <a:pt x="0" y="503"/>
                        <a:pt x="146" y="648"/>
                        <a:pt x="324" y="648"/>
                      </a:cubicBezTo>
                      <a:lnTo>
                        <a:pt x="3738" y="648"/>
                      </a:lnTo>
                      <a:cubicBezTo>
                        <a:pt x="3916" y="648"/>
                        <a:pt x="4061" y="503"/>
                        <a:pt x="4061" y="324"/>
                      </a:cubicBezTo>
                      <a:cubicBezTo>
                        <a:pt x="4061" y="145"/>
                        <a:pt x="3916" y="1"/>
                        <a:pt x="37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311" name="Google Shape;311;p30"/>
                <p:cNvSpPr/>
                <p:nvPr/>
              </p:nvSpPr>
              <p:spPr>
                <a:xfrm>
                  <a:off x="3301275" y="2392325"/>
                  <a:ext cx="16225" cy="101500"/>
                </a:xfrm>
                <a:custGeom>
                  <a:avLst/>
                  <a:gdLst/>
                  <a:ahLst/>
                  <a:cxnLst/>
                  <a:rect l="l" t="t" r="r" b="b"/>
                  <a:pathLst>
                    <a:path w="649" h="4060" extrusionOk="0">
                      <a:moveTo>
                        <a:pt x="325" y="0"/>
                      </a:moveTo>
                      <a:cubicBezTo>
                        <a:pt x="146" y="0"/>
                        <a:pt x="1" y="144"/>
                        <a:pt x="1" y="324"/>
                      </a:cubicBezTo>
                      <a:lnTo>
                        <a:pt x="1" y="3736"/>
                      </a:lnTo>
                      <a:cubicBezTo>
                        <a:pt x="1" y="3916"/>
                        <a:pt x="146" y="4060"/>
                        <a:pt x="325" y="4060"/>
                      </a:cubicBezTo>
                      <a:cubicBezTo>
                        <a:pt x="504" y="4060"/>
                        <a:pt x="647" y="3917"/>
                        <a:pt x="648" y="3736"/>
                      </a:cubicBezTo>
                      <a:lnTo>
                        <a:pt x="648" y="324"/>
                      </a:lnTo>
                      <a:cubicBezTo>
                        <a:pt x="648" y="144"/>
                        <a:pt x="504" y="0"/>
                        <a:pt x="3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grpSp>
          <p:grpSp>
            <p:nvGrpSpPr>
              <p:cNvPr id="312" name="Google Shape;312;p30"/>
              <p:cNvGrpSpPr/>
              <p:nvPr/>
            </p:nvGrpSpPr>
            <p:grpSpPr>
              <a:xfrm>
                <a:off x="1408613" y="939775"/>
                <a:ext cx="101550" cy="101500"/>
                <a:chOff x="3258600" y="2392325"/>
                <a:chExt cx="101550" cy="101500"/>
              </a:xfrm>
            </p:grpSpPr>
            <p:sp>
              <p:nvSpPr>
                <p:cNvPr id="313" name="Google Shape;313;p30"/>
                <p:cNvSpPr/>
                <p:nvPr/>
              </p:nvSpPr>
              <p:spPr>
                <a:xfrm>
                  <a:off x="3258600" y="2435000"/>
                  <a:ext cx="101550" cy="16225"/>
                </a:xfrm>
                <a:custGeom>
                  <a:avLst/>
                  <a:gdLst/>
                  <a:ahLst/>
                  <a:cxnLst/>
                  <a:rect l="l" t="t" r="r" b="b"/>
                  <a:pathLst>
                    <a:path w="4062" h="649" extrusionOk="0">
                      <a:moveTo>
                        <a:pt x="324" y="1"/>
                      </a:moveTo>
                      <a:cubicBezTo>
                        <a:pt x="146" y="1"/>
                        <a:pt x="0" y="145"/>
                        <a:pt x="0" y="324"/>
                      </a:cubicBezTo>
                      <a:cubicBezTo>
                        <a:pt x="0" y="503"/>
                        <a:pt x="146" y="648"/>
                        <a:pt x="324" y="648"/>
                      </a:cubicBezTo>
                      <a:lnTo>
                        <a:pt x="3738" y="648"/>
                      </a:lnTo>
                      <a:cubicBezTo>
                        <a:pt x="3916" y="648"/>
                        <a:pt x="4061" y="503"/>
                        <a:pt x="4061" y="324"/>
                      </a:cubicBezTo>
                      <a:cubicBezTo>
                        <a:pt x="4061" y="145"/>
                        <a:pt x="3916" y="1"/>
                        <a:pt x="37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314" name="Google Shape;314;p30"/>
                <p:cNvSpPr/>
                <p:nvPr/>
              </p:nvSpPr>
              <p:spPr>
                <a:xfrm>
                  <a:off x="3301275" y="2392325"/>
                  <a:ext cx="16225" cy="101500"/>
                </a:xfrm>
                <a:custGeom>
                  <a:avLst/>
                  <a:gdLst/>
                  <a:ahLst/>
                  <a:cxnLst/>
                  <a:rect l="l" t="t" r="r" b="b"/>
                  <a:pathLst>
                    <a:path w="649" h="4060" extrusionOk="0">
                      <a:moveTo>
                        <a:pt x="325" y="0"/>
                      </a:moveTo>
                      <a:cubicBezTo>
                        <a:pt x="146" y="0"/>
                        <a:pt x="1" y="144"/>
                        <a:pt x="1" y="324"/>
                      </a:cubicBezTo>
                      <a:lnTo>
                        <a:pt x="1" y="3736"/>
                      </a:lnTo>
                      <a:cubicBezTo>
                        <a:pt x="1" y="3916"/>
                        <a:pt x="146" y="4060"/>
                        <a:pt x="325" y="4060"/>
                      </a:cubicBezTo>
                      <a:cubicBezTo>
                        <a:pt x="504" y="4060"/>
                        <a:pt x="647" y="3917"/>
                        <a:pt x="648" y="3736"/>
                      </a:cubicBezTo>
                      <a:lnTo>
                        <a:pt x="648" y="324"/>
                      </a:lnTo>
                      <a:cubicBezTo>
                        <a:pt x="648" y="144"/>
                        <a:pt x="504" y="0"/>
                        <a:pt x="3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grpSp>
        </p:grpSp>
        <p:grpSp>
          <p:nvGrpSpPr>
            <p:cNvPr id="315" name="Google Shape;315;p30"/>
            <p:cNvGrpSpPr/>
            <p:nvPr/>
          </p:nvGrpSpPr>
          <p:grpSpPr>
            <a:xfrm>
              <a:off x="7680513" y="2860275"/>
              <a:ext cx="101550" cy="101500"/>
              <a:chOff x="3258600" y="2392325"/>
              <a:chExt cx="101550" cy="101500"/>
            </a:xfrm>
          </p:grpSpPr>
          <p:sp>
            <p:nvSpPr>
              <p:cNvPr id="316" name="Google Shape;316;p30"/>
              <p:cNvSpPr/>
              <p:nvPr/>
            </p:nvSpPr>
            <p:spPr>
              <a:xfrm>
                <a:off x="3258600" y="2435000"/>
                <a:ext cx="101550" cy="16225"/>
              </a:xfrm>
              <a:custGeom>
                <a:avLst/>
                <a:gdLst/>
                <a:ahLst/>
                <a:cxnLst/>
                <a:rect l="l" t="t" r="r" b="b"/>
                <a:pathLst>
                  <a:path w="4062" h="649" extrusionOk="0">
                    <a:moveTo>
                      <a:pt x="324" y="1"/>
                    </a:moveTo>
                    <a:cubicBezTo>
                      <a:pt x="146" y="1"/>
                      <a:pt x="0" y="145"/>
                      <a:pt x="0" y="324"/>
                    </a:cubicBezTo>
                    <a:cubicBezTo>
                      <a:pt x="0" y="503"/>
                      <a:pt x="146" y="648"/>
                      <a:pt x="324" y="648"/>
                    </a:cubicBezTo>
                    <a:lnTo>
                      <a:pt x="3738" y="648"/>
                    </a:lnTo>
                    <a:cubicBezTo>
                      <a:pt x="3916" y="648"/>
                      <a:pt x="4061" y="503"/>
                      <a:pt x="4061" y="324"/>
                    </a:cubicBezTo>
                    <a:cubicBezTo>
                      <a:pt x="4061" y="145"/>
                      <a:pt x="3916" y="1"/>
                      <a:pt x="37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317" name="Google Shape;317;p30"/>
              <p:cNvSpPr/>
              <p:nvPr/>
            </p:nvSpPr>
            <p:spPr>
              <a:xfrm>
                <a:off x="3301275" y="2392325"/>
                <a:ext cx="16225" cy="101500"/>
              </a:xfrm>
              <a:custGeom>
                <a:avLst/>
                <a:gdLst/>
                <a:ahLst/>
                <a:cxnLst/>
                <a:rect l="l" t="t" r="r" b="b"/>
                <a:pathLst>
                  <a:path w="649" h="4060" extrusionOk="0">
                    <a:moveTo>
                      <a:pt x="325" y="0"/>
                    </a:moveTo>
                    <a:cubicBezTo>
                      <a:pt x="146" y="0"/>
                      <a:pt x="1" y="144"/>
                      <a:pt x="1" y="324"/>
                    </a:cubicBezTo>
                    <a:lnTo>
                      <a:pt x="1" y="3736"/>
                    </a:lnTo>
                    <a:cubicBezTo>
                      <a:pt x="1" y="3916"/>
                      <a:pt x="146" y="4060"/>
                      <a:pt x="325" y="4060"/>
                    </a:cubicBezTo>
                    <a:cubicBezTo>
                      <a:pt x="504" y="4060"/>
                      <a:pt x="647" y="3917"/>
                      <a:pt x="648" y="3736"/>
                    </a:cubicBezTo>
                    <a:lnTo>
                      <a:pt x="648" y="324"/>
                    </a:lnTo>
                    <a:cubicBezTo>
                      <a:pt x="648" y="144"/>
                      <a:pt x="504" y="0"/>
                      <a:pt x="3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grpSp>
        <p:grpSp>
          <p:nvGrpSpPr>
            <p:cNvPr id="318" name="Google Shape;318;p30"/>
            <p:cNvGrpSpPr/>
            <p:nvPr/>
          </p:nvGrpSpPr>
          <p:grpSpPr>
            <a:xfrm>
              <a:off x="5085238" y="4319525"/>
              <a:ext cx="101550" cy="101500"/>
              <a:chOff x="3258600" y="2392325"/>
              <a:chExt cx="101550" cy="101500"/>
            </a:xfrm>
          </p:grpSpPr>
          <p:sp>
            <p:nvSpPr>
              <p:cNvPr id="319" name="Google Shape;319;p30"/>
              <p:cNvSpPr/>
              <p:nvPr/>
            </p:nvSpPr>
            <p:spPr>
              <a:xfrm>
                <a:off x="3258600" y="2435000"/>
                <a:ext cx="101550" cy="16225"/>
              </a:xfrm>
              <a:custGeom>
                <a:avLst/>
                <a:gdLst/>
                <a:ahLst/>
                <a:cxnLst/>
                <a:rect l="l" t="t" r="r" b="b"/>
                <a:pathLst>
                  <a:path w="4062" h="649" extrusionOk="0">
                    <a:moveTo>
                      <a:pt x="324" y="1"/>
                    </a:moveTo>
                    <a:cubicBezTo>
                      <a:pt x="146" y="1"/>
                      <a:pt x="0" y="145"/>
                      <a:pt x="0" y="324"/>
                    </a:cubicBezTo>
                    <a:cubicBezTo>
                      <a:pt x="0" y="503"/>
                      <a:pt x="146" y="648"/>
                      <a:pt x="324" y="648"/>
                    </a:cubicBezTo>
                    <a:lnTo>
                      <a:pt x="3738" y="648"/>
                    </a:lnTo>
                    <a:cubicBezTo>
                      <a:pt x="3916" y="648"/>
                      <a:pt x="4061" y="503"/>
                      <a:pt x="4061" y="324"/>
                    </a:cubicBezTo>
                    <a:cubicBezTo>
                      <a:pt x="4061" y="145"/>
                      <a:pt x="3916" y="1"/>
                      <a:pt x="37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320" name="Google Shape;320;p30"/>
              <p:cNvSpPr/>
              <p:nvPr/>
            </p:nvSpPr>
            <p:spPr>
              <a:xfrm>
                <a:off x="3301275" y="2392325"/>
                <a:ext cx="16225" cy="101500"/>
              </a:xfrm>
              <a:custGeom>
                <a:avLst/>
                <a:gdLst/>
                <a:ahLst/>
                <a:cxnLst/>
                <a:rect l="l" t="t" r="r" b="b"/>
                <a:pathLst>
                  <a:path w="649" h="4060" extrusionOk="0">
                    <a:moveTo>
                      <a:pt x="325" y="0"/>
                    </a:moveTo>
                    <a:cubicBezTo>
                      <a:pt x="146" y="0"/>
                      <a:pt x="1" y="144"/>
                      <a:pt x="1" y="324"/>
                    </a:cubicBezTo>
                    <a:lnTo>
                      <a:pt x="1" y="3736"/>
                    </a:lnTo>
                    <a:cubicBezTo>
                      <a:pt x="1" y="3916"/>
                      <a:pt x="146" y="4060"/>
                      <a:pt x="325" y="4060"/>
                    </a:cubicBezTo>
                    <a:cubicBezTo>
                      <a:pt x="504" y="4060"/>
                      <a:pt x="647" y="3917"/>
                      <a:pt x="648" y="3736"/>
                    </a:cubicBezTo>
                    <a:lnTo>
                      <a:pt x="648" y="324"/>
                    </a:lnTo>
                    <a:cubicBezTo>
                      <a:pt x="648" y="144"/>
                      <a:pt x="504" y="0"/>
                      <a:pt x="3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1"/>
          <p:cNvSpPr txBox="1">
            <a:spLocks noGrp="1"/>
          </p:cNvSpPr>
          <p:nvPr>
            <p:ph type="title"/>
          </p:nvPr>
        </p:nvSpPr>
        <p:spPr>
          <a:xfrm>
            <a:off x="719999" y="2743625"/>
            <a:ext cx="3253086" cy="1701560"/>
          </a:xfrm>
          <a:prstGeom prst="rect">
            <a:avLst/>
          </a:prstGeom>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r>
              <a:rPr lang="en" dirty="0">
                <a:effectLst>
                  <a:outerShdw blurRad="38100" dist="38100" dir="2700000" algn="tl">
                    <a:srgbClr val="000000">
                      <a:alpha val="43137"/>
                    </a:srgbClr>
                  </a:outerShdw>
                </a:effectLst>
              </a:rPr>
              <a:t>INTRODUCTION GENERALE</a:t>
            </a:r>
            <a:endParaRPr dirty="0">
              <a:solidFill>
                <a:schemeClr val="accent4"/>
              </a:solidFill>
              <a:effectLst>
                <a:outerShdw blurRad="38100" dist="38100" dir="2700000" algn="tl">
                  <a:srgbClr val="000000">
                    <a:alpha val="43137"/>
                  </a:srgbClr>
                </a:outerShdw>
              </a:effectLst>
            </a:endParaRPr>
          </a:p>
        </p:txBody>
      </p:sp>
      <p:sp>
        <p:nvSpPr>
          <p:cNvPr id="326" name="Google Shape;326;p31"/>
          <p:cNvSpPr txBox="1">
            <a:spLocks noGrp="1"/>
          </p:cNvSpPr>
          <p:nvPr>
            <p:ph type="title" idx="2"/>
          </p:nvPr>
        </p:nvSpPr>
        <p:spPr>
          <a:xfrm>
            <a:off x="633500" y="540000"/>
            <a:ext cx="2679900" cy="2290200"/>
          </a:xfrm>
          <a:prstGeom prst="rect">
            <a:avLst/>
          </a:prstGeom>
          <a:effectLst>
            <a:outerShdw blurRad="50800" dist="38100" dir="2700000" algn="tl" rotWithShape="0">
              <a:prstClr val="black">
                <a:alpha val="40000"/>
              </a:prstClr>
            </a:outerShdw>
          </a:effectLst>
        </p:spPr>
        <p:txBody>
          <a:bodyPr spcFirstLastPara="1" wrap="square" lIns="91425" tIns="91425" rIns="91425" bIns="91425" anchor="b" anchorCtr="0">
            <a:noAutofit/>
          </a:bodyPr>
          <a:lstStyle/>
          <a:p>
            <a:pPr marL="0" lvl="0" indent="0" algn="l" rtl="0">
              <a:spcBef>
                <a:spcPts val="0"/>
              </a:spcBef>
              <a:spcAft>
                <a:spcPts val="0"/>
              </a:spcAft>
              <a:buNone/>
            </a:pPr>
            <a:r>
              <a:rPr lang="en">
                <a:effectLst>
                  <a:outerShdw blurRad="38100" dist="38100" dir="2700000" algn="tl">
                    <a:srgbClr val="000000">
                      <a:alpha val="43137"/>
                    </a:srgbClr>
                  </a:outerShdw>
                </a:effectLst>
              </a:rPr>
              <a:t>01</a:t>
            </a:r>
            <a:endParaRPr>
              <a:effectLst>
                <a:outerShdw blurRad="38100" dist="38100" dir="2700000" algn="tl">
                  <a:srgbClr val="000000">
                    <a:alpha val="43137"/>
                  </a:srgbClr>
                </a:outerShdw>
              </a:effectLst>
            </a:endParaRPr>
          </a:p>
        </p:txBody>
      </p:sp>
      <p:grpSp>
        <p:nvGrpSpPr>
          <p:cNvPr id="328" name="Google Shape;328;p31"/>
          <p:cNvGrpSpPr/>
          <p:nvPr/>
        </p:nvGrpSpPr>
        <p:grpSpPr>
          <a:xfrm>
            <a:off x="4650608" y="1618673"/>
            <a:ext cx="2981975" cy="2165360"/>
            <a:chOff x="4650608" y="1618673"/>
            <a:chExt cx="2981975" cy="2165360"/>
          </a:xfrm>
          <a:effectLst>
            <a:outerShdw blurRad="50800" dist="38100" dir="2700000" algn="tl" rotWithShape="0">
              <a:prstClr val="black">
                <a:alpha val="40000"/>
              </a:prstClr>
            </a:outerShdw>
          </a:effectLst>
        </p:grpSpPr>
        <p:sp>
          <p:nvSpPr>
            <p:cNvPr id="329" name="Google Shape;329;p31"/>
            <p:cNvSpPr/>
            <p:nvPr/>
          </p:nvSpPr>
          <p:spPr>
            <a:xfrm>
              <a:off x="4650608" y="2006383"/>
              <a:ext cx="2905983" cy="1777650"/>
            </a:xfrm>
            <a:custGeom>
              <a:avLst/>
              <a:gdLst/>
              <a:ahLst/>
              <a:cxnLst/>
              <a:rect l="l" t="t" r="r" b="b"/>
              <a:pathLst>
                <a:path w="29981" h="18340" extrusionOk="0">
                  <a:moveTo>
                    <a:pt x="14599" y="0"/>
                  </a:moveTo>
                  <a:lnTo>
                    <a:pt x="0" y="2177"/>
                  </a:lnTo>
                  <a:lnTo>
                    <a:pt x="6196" y="17912"/>
                  </a:lnTo>
                  <a:cubicBezTo>
                    <a:pt x="8545" y="16700"/>
                    <a:pt x="11669" y="15862"/>
                    <a:pt x="14726" y="15862"/>
                  </a:cubicBezTo>
                  <a:cubicBezTo>
                    <a:pt x="15921" y="15862"/>
                    <a:pt x="17106" y="15990"/>
                    <a:pt x="18230" y="16274"/>
                  </a:cubicBezTo>
                  <a:cubicBezTo>
                    <a:pt x="22768" y="16355"/>
                    <a:pt x="26856" y="16876"/>
                    <a:pt x="29981" y="18339"/>
                  </a:cubicBezTo>
                  <a:lnTo>
                    <a:pt x="25992" y="1463"/>
                  </a:lnTo>
                  <a:lnTo>
                    <a:pt x="145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330" name="Google Shape;330;p31"/>
            <p:cNvSpPr/>
            <p:nvPr/>
          </p:nvSpPr>
          <p:spPr>
            <a:xfrm>
              <a:off x="4712641" y="1705617"/>
              <a:ext cx="1704858" cy="1878552"/>
            </a:xfrm>
            <a:custGeom>
              <a:avLst/>
              <a:gdLst/>
              <a:ahLst/>
              <a:cxnLst/>
              <a:rect l="l" t="t" r="r" b="b"/>
              <a:pathLst>
                <a:path w="17589" h="19381" extrusionOk="0">
                  <a:moveTo>
                    <a:pt x="7987" y="0"/>
                  </a:moveTo>
                  <a:cubicBezTo>
                    <a:pt x="5637" y="0"/>
                    <a:pt x="2894" y="1060"/>
                    <a:pt x="1" y="3707"/>
                  </a:cubicBezTo>
                  <a:lnTo>
                    <a:pt x="5829" y="18875"/>
                  </a:lnTo>
                  <a:cubicBezTo>
                    <a:pt x="7996" y="17947"/>
                    <a:pt x="10194" y="17204"/>
                    <a:pt x="12294" y="17204"/>
                  </a:cubicBezTo>
                  <a:cubicBezTo>
                    <a:pt x="14169" y="17204"/>
                    <a:pt x="15965" y="17797"/>
                    <a:pt x="17589" y="19380"/>
                  </a:cubicBezTo>
                  <a:lnTo>
                    <a:pt x="13959" y="3103"/>
                  </a:lnTo>
                  <a:cubicBezTo>
                    <a:pt x="12648" y="1263"/>
                    <a:pt x="10552" y="0"/>
                    <a:pt x="798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331" name="Google Shape;331;p31"/>
            <p:cNvSpPr/>
            <p:nvPr/>
          </p:nvSpPr>
          <p:spPr>
            <a:xfrm>
              <a:off x="6065652" y="1697088"/>
              <a:ext cx="1566930" cy="1948824"/>
            </a:xfrm>
            <a:custGeom>
              <a:avLst/>
              <a:gdLst/>
              <a:ahLst/>
              <a:cxnLst/>
              <a:rect l="l" t="t" r="r" b="b"/>
              <a:pathLst>
                <a:path w="16166" h="20106" extrusionOk="0">
                  <a:moveTo>
                    <a:pt x="5231" y="1"/>
                  </a:moveTo>
                  <a:cubicBezTo>
                    <a:pt x="3174" y="1"/>
                    <a:pt x="1409" y="991"/>
                    <a:pt x="0" y="3191"/>
                  </a:cubicBezTo>
                  <a:lnTo>
                    <a:pt x="3631" y="19465"/>
                  </a:lnTo>
                  <a:cubicBezTo>
                    <a:pt x="5288" y="17950"/>
                    <a:pt x="7062" y="17255"/>
                    <a:pt x="8935" y="17255"/>
                  </a:cubicBezTo>
                  <a:cubicBezTo>
                    <a:pt x="11209" y="17255"/>
                    <a:pt x="13630" y="18280"/>
                    <a:pt x="16165" y="20105"/>
                  </a:cubicBezTo>
                  <a:lnTo>
                    <a:pt x="10469" y="1662"/>
                  </a:lnTo>
                  <a:cubicBezTo>
                    <a:pt x="8570" y="588"/>
                    <a:pt x="6814" y="1"/>
                    <a:pt x="52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332" name="Google Shape;332;p31"/>
            <p:cNvSpPr/>
            <p:nvPr/>
          </p:nvSpPr>
          <p:spPr>
            <a:xfrm>
              <a:off x="4774093" y="1647461"/>
              <a:ext cx="1643600" cy="1936418"/>
            </a:xfrm>
            <a:custGeom>
              <a:avLst/>
              <a:gdLst/>
              <a:ahLst/>
              <a:cxnLst/>
              <a:rect l="l" t="t" r="r" b="b"/>
              <a:pathLst>
                <a:path w="16957" h="19978" extrusionOk="0">
                  <a:moveTo>
                    <a:pt x="6694" y="0"/>
                  </a:moveTo>
                  <a:cubicBezTo>
                    <a:pt x="4709" y="0"/>
                    <a:pt x="2466" y="630"/>
                    <a:pt x="1" y="1838"/>
                  </a:cubicBezTo>
                  <a:lnTo>
                    <a:pt x="5142" y="16467"/>
                  </a:lnTo>
                  <a:cubicBezTo>
                    <a:pt x="6253" y="16282"/>
                    <a:pt x="7304" y="16190"/>
                    <a:pt x="8297" y="16190"/>
                  </a:cubicBezTo>
                  <a:cubicBezTo>
                    <a:pt x="11985" y="16190"/>
                    <a:pt x="14867" y="17460"/>
                    <a:pt x="16956" y="19977"/>
                  </a:cubicBezTo>
                  <a:lnTo>
                    <a:pt x="13325" y="3702"/>
                  </a:lnTo>
                  <a:cubicBezTo>
                    <a:pt x="11664" y="1191"/>
                    <a:pt x="9423" y="0"/>
                    <a:pt x="66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333" name="Google Shape;333;p31"/>
            <p:cNvSpPr/>
            <p:nvPr/>
          </p:nvSpPr>
          <p:spPr>
            <a:xfrm>
              <a:off x="6065652" y="1618673"/>
              <a:ext cx="1566930" cy="1965205"/>
            </a:xfrm>
            <a:custGeom>
              <a:avLst/>
              <a:gdLst/>
              <a:ahLst/>
              <a:cxnLst/>
              <a:rect l="l" t="t" r="r" b="b"/>
              <a:pathLst>
                <a:path w="16166" h="20275" extrusionOk="0">
                  <a:moveTo>
                    <a:pt x="5481" y="1"/>
                  </a:moveTo>
                  <a:cubicBezTo>
                    <a:pt x="2646" y="1"/>
                    <a:pt x="827" y="1345"/>
                    <a:pt x="0" y="4000"/>
                  </a:cubicBezTo>
                  <a:lnTo>
                    <a:pt x="3631" y="20274"/>
                  </a:lnTo>
                  <a:cubicBezTo>
                    <a:pt x="4510" y="17173"/>
                    <a:pt x="6752" y="15835"/>
                    <a:pt x="10029" y="15835"/>
                  </a:cubicBezTo>
                  <a:cubicBezTo>
                    <a:pt x="11792" y="15835"/>
                    <a:pt x="13854" y="16222"/>
                    <a:pt x="16165" y="16930"/>
                  </a:cubicBezTo>
                  <a:lnTo>
                    <a:pt x="9899" y="811"/>
                  </a:lnTo>
                  <a:cubicBezTo>
                    <a:pt x="8222" y="270"/>
                    <a:pt x="6750" y="1"/>
                    <a:pt x="54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334" name="Google Shape;334;p31"/>
            <p:cNvSpPr/>
            <p:nvPr/>
          </p:nvSpPr>
          <p:spPr>
            <a:xfrm>
              <a:off x="6193112" y="1954333"/>
              <a:ext cx="774742" cy="277600"/>
            </a:xfrm>
            <a:custGeom>
              <a:avLst/>
              <a:gdLst/>
              <a:ahLst/>
              <a:cxnLst/>
              <a:rect l="l" t="t" r="r" b="b"/>
              <a:pathLst>
                <a:path w="7993" h="2864" extrusionOk="0">
                  <a:moveTo>
                    <a:pt x="5952" y="1"/>
                  </a:moveTo>
                  <a:cubicBezTo>
                    <a:pt x="5443" y="1"/>
                    <a:pt x="4912" y="43"/>
                    <a:pt x="4361" y="127"/>
                  </a:cubicBezTo>
                  <a:cubicBezTo>
                    <a:pt x="3160" y="309"/>
                    <a:pt x="1000" y="880"/>
                    <a:pt x="42" y="2639"/>
                  </a:cubicBezTo>
                  <a:cubicBezTo>
                    <a:pt x="1" y="2713"/>
                    <a:pt x="29" y="2804"/>
                    <a:pt x="103" y="2845"/>
                  </a:cubicBezTo>
                  <a:cubicBezTo>
                    <a:pt x="125" y="2857"/>
                    <a:pt x="151" y="2863"/>
                    <a:pt x="175" y="2863"/>
                  </a:cubicBezTo>
                  <a:cubicBezTo>
                    <a:pt x="228" y="2863"/>
                    <a:pt x="279" y="2835"/>
                    <a:pt x="309" y="2784"/>
                  </a:cubicBezTo>
                  <a:cubicBezTo>
                    <a:pt x="1205" y="1141"/>
                    <a:pt x="3260" y="602"/>
                    <a:pt x="4407" y="427"/>
                  </a:cubicBezTo>
                  <a:cubicBezTo>
                    <a:pt x="4943" y="345"/>
                    <a:pt x="5459" y="303"/>
                    <a:pt x="5952" y="303"/>
                  </a:cubicBezTo>
                  <a:cubicBezTo>
                    <a:pt x="6606" y="303"/>
                    <a:pt x="7220" y="376"/>
                    <a:pt x="7789" y="520"/>
                  </a:cubicBezTo>
                  <a:cubicBezTo>
                    <a:pt x="7801" y="523"/>
                    <a:pt x="7813" y="524"/>
                    <a:pt x="7825" y="524"/>
                  </a:cubicBezTo>
                  <a:cubicBezTo>
                    <a:pt x="7893" y="524"/>
                    <a:pt x="7956" y="478"/>
                    <a:pt x="7973" y="409"/>
                  </a:cubicBezTo>
                  <a:cubicBezTo>
                    <a:pt x="7992" y="328"/>
                    <a:pt x="7944" y="244"/>
                    <a:pt x="7863" y="225"/>
                  </a:cubicBezTo>
                  <a:cubicBezTo>
                    <a:pt x="7270" y="76"/>
                    <a:pt x="6631" y="1"/>
                    <a:pt x="59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335" name="Google Shape;335;p31"/>
            <p:cNvSpPr/>
            <p:nvPr/>
          </p:nvSpPr>
          <p:spPr>
            <a:xfrm>
              <a:off x="6287907" y="2197427"/>
              <a:ext cx="728022" cy="178734"/>
            </a:xfrm>
            <a:custGeom>
              <a:avLst/>
              <a:gdLst/>
              <a:ahLst/>
              <a:cxnLst/>
              <a:rect l="l" t="t" r="r" b="b"/>
              <a:pathLst>
                <a:path w="7511" h="1844" extrusionOk="0">
                  <a:moveTo>
                    <a:pt x="6055" y="0"/>
                  </a:moveTo>
                  <a:cubicBezTo>
                    <a:pt x="5235" y="0"/>
                    <a:pt x="4406" y="32"/>
                    <a:pt x="3589" y="158"/>
                  </a:cubicBezTo>
                  <a:cubicBezTo>
                    <a:pt x="2169" y="376"/>
                    <a:pt x="985" y="853"/>
                    <a:pt x="75" y="1574"/>
                  </a:cubicBezTo>
                  <a:cubicBezTo>
                    <a:pt x="12" y="1625"/>
                    <a:pt x="0" y="1721"/>
                    <a:pt x="52" y="1787"/>
                  </a:cubicBezTo>
                  <a:cubicBezTo>
                    <a:pt x="81" y="1824"/>
                    <a:pt x="127" y="1843"/>
                    <a:pt x="173" y="1843"/>
                  </a:cubicBezTo>
                  <a:cubicBezTo>
                    <a:pt x="205" y="1843"/>
                    <a:pt x="239" y="1833"/>
                    <a:pt x="264" y="1812"/>
                  </a:cubicBezTo>
                  <a:cubicBezTo>
                    <a:pt x="1132" y="1122"/>
                    <a:pt x="2266" y="669"/>
                    <a:pt x="3635" y="458"/>
                  </a:cubicBezTo>
                  <a:cubicBezTo>
                    <a:pt x="4435" y="336"/>
                    <a:pt x="5253" y="304"/>
                    <a:pt x="6064" y="304"/>
                  </a:cubicBezTo>
                  <a:cubicBezTo>
                    <a:pt x="6496" y="304"/>
                    <a:pt x="6927" y="313"/>
                    <a:pt x="7353" y="323"/>
                  </a:cubicBezTo>
                  <a:cubicBezTo>
                    <a:pt x="7440" y="323"/>
                    <a:pt x="7506" y="258"/>
                    <a:pt x="7507" y="173"/>
                  </a:cubicBezTo>
                  <a:cubicBezTo>
                    <a:pt x="7510" y="90"/>
                    <a:pt x="7444" y="21"/>
                    <a:pt x="7359" y="18"/>
                  </a:cubicBezTo>
                  <a:cubicBezTo>
                    <a:pt x="6929" y="9"/>
                    <a:pt x="6493" y="0"/>
                    <a:pt x="60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336" name="Google Shape;336;p31"/>
            <p:cNvSpPr/>
            <p:nvPr/>
          </p:nvSpPr>
          <p:spPr>
            <a:xfrm>
              <a:off x="6353139" y="2410668"/>
              <a:ext cx="742077" cy="176893"/>
            </a:xfrm>
            <a:custGeom>
              <a:avLst/>
              <a:gdLst/>
              <a:ahLst/>
              <a:cxnLst/>
              <a:rect l="l" t="t" r="r" b="b"/>
              <a:pathLst>
                <a:path w="7656" h="1825" extrusionOk="0">
                  <a:moveTo>
                    <a:pt x="5044" y="1"/>
                  </a:moveTo>
                  <a:cubicBezTo>
                    <a:pt x="4594" y="1"/>
                    <a:pt x="4058" y="10"/>
                    <a:pt x="3518" y="85"/>
                  </a:cubicBezTo>
                  <a:cubicBezTo>
                    <a:pt x="2261" y="260"/>
                    <a:pt x="1072" y="766"/>
                    <a:pt x="77" y="1554"/>
                  </a:cubicBezTo>
                  <a:cubicBezTo>
                    <a:pt x="10" y="1605"/>
                    <a:pt x="0" y="1701"/>
                    <a:pt x="52" y="1767"/>
                  </a:cubicBezTo>
                  <a:cubicBezTo>
                    <a:pt x="80" y="1804"/>
                    <a:pt x="127" y="1825"/>
                    <a:pt x="171" y="1825"/>
                  </a:cubicBezTo>
                  <a:cubicBezTo>
                    <a:pt x="203" y="1825"/>
                    <a:pt x="237" y="1813"/>
                    <a:pt x="266" y="1791"/>
                  </a:cubicBezTo>
                  <a:cubicBezTo>
                    <a:pt x="1219" y="1039"/>
                    <a:pt x="2358" y="553"/>
                    <a:pt x="3559" y="386"/>
                  </a:cubicBezTo>
                  <a:cubicBezTo>
                    <a:pt x="4082" y="313"/>
                    <a:pt x="4603" y="304"/>
                    <a:pt x="5044" y="304"/>
                  </a:cubicBezTo>
                  <a:cubicBezTo>
                    <a:pt x="5866" y="304"/>
                    <a:pt x="6693" y="342"/>
                    <a:pt x="7494" y="382"/>
                  </a:cubicBezTo>
                  <a:cubicBezTo>
                    <a:pt x="7498" y="382"/>
                    <a:pt x="7502" y="383"/>
                    <a:pt x="7506" y="383"/>
                  </a:cubicBezTo>
                  <a:cubicBezTo>
                    <a:pt x="7582" y="383"/>
                    <a:pt x="7648" y="316"/>
                    <a:pt x="7651" y="236"/>
                  </a:cubicBezTo>
                  <a:cubicBezTo>
                    <a:pt x="7656" y="154"/>
                    <a:pt x="7591" y="82"/>
                    <a:pt x="7507" y="77"/>
                  </a:cubicBezTo>
                  <a:cubicBezTo>
                    <a:pt x="6702" y="39"/>
                    <a:pt x="5870" y="1"/>
                    <a:pt x="504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337" name="Google Shape;337;p31"/>
            <p:cNvSpPr/>
            <p:nvPr/>
          </p:nvSpPr>
          <p:spPr>
            <a:xfrm>
              <a:off x="6430100" y="2614603"/>
              <a:ext cx="782593" cy="169526"/>
            </a:xfrm>
            <a:custGeom>
              <a:avLst/>
              <a:gdLst/>
              <a:ahLst/>
              <a:cxnLst/>
              <a:rect l="l" t="t" r="r" b="b"/>
              <a:pathLst>
                <a:path w="8074" h="1749" extrusionOk="0">
                  <a:moveTo>
                    <a:pt x="7920" y="0"/>
                  </a:moveTo>
                  <a:cubicBezTo>
                    <a:pt x="6433" y="14"/>
                    <a:pt x="5194" y="40"/>
                    <a:pt x="3921" y="224"/>
                  </a:cubicBezTo>
                  <a:cubicBezTo>
                    <a:pt x="2415" y="442"/>
                    <a:pt x="1164" y="848"/>
                    <a:pt x="98" y="1466"/>
                  </a:cubicBezTo>
                  <a:cubicBezTo>
                    <a:pt x="26" y="1509"/>
                    <a:pt x="1" y="1602"/>
                    <a:pt x="42" y="1674"/>
                  </a:cubicBezTo>
                  <a:cubicBezTo>
                    <a:pt x="72" y="1722"/>
                    <a:pt x="122" y="1749"/>
                    <a:pt x="175" y="1749"/>
                  </a:cubicBezTo>
                  <a:cubicBezTo>
                    <a:pt x="201" y="1749"/>
                    <a:pt x="226" y="1745"/>
                    <a:pt x="250" y="1731"/>
                  </a:cubicBezTo>
                  <a:cubicBezTo>
                    <a:pt x="1283" y="1134"/>
                    <a:pt x="2497" y="738"/>
                    <a:pt x="3965" y="526"/>
                  </a:cubicBezTo>
                  <a:cubicBezTo>
                    <a:pt x="5220" y="345"/>
                    <a:pt x="6447" y="320"/>
                    <a:pt x="7923" y="305"/>
                  </a:cubicBezTo>
                  <a:cubicBezTo>
                    <a:pt x="8008" y="303"/>
                    <a:pt x="8073" y="234"/>
                    <a:pt x="8073" y="150"/>
                  </a:cubicBezTo>
                  <a:cubicBezTo>
                    <a:pt x="8072" y="68"/>
                    <a:pt x="8004" y="0"/>
                    <a:pt x="79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338" name="Google Shape;338;p31"/>
            <p:cNvSpPr/>
            <p:nvPr/>
          </p:nvSpPr>
          <p:spPr>
            <a:xfrm>
              <a:off x="6523053" y="2870201"/>
              <a:ext cx="365901" cy="117088"/>
            </a:xfrm>
            <a:custGeom>
              <a:avLst/>
              <a:gdLst/>
              <a:ahLst/>
              <a:cxnLst/>
              <a:rect l="l" t="t" r="r" b="b"/>
              <a:pathLst>
                <a:path w="3775" h="1208" extrusionOk="0">
                  <a:moveTo>
                    <a:pt x="3620" y="1"/>
                  </a:moveTo>
                  <a:cubicBezTo>
                    <a:pt x="2954" y="7"/>
                    <a:pt x="2268" y="13"/>
                    <a:pt x="1605" y="185"/>
                  </a:cubicBezTo>
                  <a:cubicBezTo>
                    <a:pt x="1054" y="326"/>
                    <a:pt x="526" y="587"/>
                    <a:pt x="77" y="936"/>
                  </a:cubicBezTo>
                  <a:cubicBezTo>
                    <a:pt x="10" y="987"/>
                    <a:pt x="0" y="1083"/>
                    <a:pt x="52" y="1149"/>
                  </a:cubicBezTo>
                  <a:cubicBezTo>
                    <a:pt x="81" y="1187"/>
                    <a:pt x="125" y="1208"/>
                    <a:pt x="171" y="1208"/>
                  </a:cubicBezTo>
                  <a:cubicBezTo>
                    <a:pt x="205" y="1208"/>
                    <a:pt x="237" y="1198"/>
                    <a:pt x="265" y="1176"/>
                  </a:cubicBezTo>
                  <a:cubicBezTo>
                    <a:pt x="680" y="852"/>
                    <a:pt x="1172" y="610"/>
                    <a:pt x="1681" y="478"/>
                  </a:cubicBezTo>
                  <a:cubicBezTo>
                    <a:pt x="2311" y="316"/>
                    <a:pt x="2976" y="310"/>
                    <a:pt x="3623" y="304"/>
                  </a:cubicBezTo>
                  <a:cubicBezTo>
                    <a:pt x="3708" y="304"/>
                    <a:pt x="3774" y="236"/>
                    <a:pt x="3774" y="153"/>
                  </a:cubicBezTo>
                  <a:cubicBezTo>
                    <a:pt x="3771" y="69"/>
                    <a:pt x="3704" y="1"/>
                    <a:pt x="362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339" name="Google Shape;339;p31"/>
            <p:cNvSpPr/>
            <p:nvPr/>
          </p:nvSpPr>
          <p:spPr>
            <a:xfrm>
              <a:off x="5189137" y="2060953"/>
              <a:ext cx="805564" cy="195890"/>
            </a:xfrm>
            <a:custGeom>
              <a:avLst/>
              <a:gdLst/>
              <a:ahLst/>
              <a:cxnLst/>
              <a:rect l="l" t="t" r="r" b="b"/>
              <a:pathLst>
                <a:path w="8311" h="2021" extrusionOk="0">
                  <a:moveTo>
                    <a:pt x="2841" y="0"/>
                  </a:moveTo>
                  <a:cubicBezTo>
                    <a:pt x="1882" y="0"/>
                    <a:pt x="880" y="135"/>
                    <a:pt x="83" y="714"/>
                  </a:cubicBezTo>
                  <a:cubicBezTo>
                    <a:pt x="16" y="762"/>
                    <a:pt x="1" y="858"/>
                    <a:pt x="51" y="925"/>
                  </a:cubicBezTo>
                  <a:cubicBezTo>
                    <a:pt x="79" y="967"/>
                    <a:pt x="125" y="988"/>
                    <a:pt x="172" y="988"/>
                  </a:cubicBezTo>
                  <a:cubicBezTo>
                    <a:pt x="203" y="988"/>
                    <a:pt x="235" y="979"/>
                    <a:pt x="263" y="959"/>
                  </a:cubicBezTo>
                  <a:cubicBezTo>
                    <a:pt x="993" y="427"/>
                    <a:pt x="1936" y="303"/>
                    <a:pt x="2844" y="303"/>
                  </a:cubicBezTo>
                  <a:cubicBezTo>
                    <a:pt x="3064" y="303"/>
                    <a:pt x="3282" y="310"/>
                    <a:pt x="3494" y="321"/>
                  </a:cubicBezTo>
                  <a:cubicBezTo>
                    <a:pt x="4240" y="359"/>
                    <a:pt x="5117" y="432"/>
                    <a:pt x="5961" y="694"/>
                  </a:cubicBezTo>
                  <a:cubicBezTo>
                    <a:pt x="6820" y="961"/>
                    <a:pt x="7534" y="1402"/>
                    <a:pt x="8023" y="1968"/>
                  </a:cubicBezTo>
                  <a:cubicBezTo>
                    <a:pt x="8054" y="2003"/>
                    <a:pt x="8097" y="2021"/>
                    <a:pt x="8139" y="2021"/>
                  </a:cubicBezTo>
                  <a:cubicBezTo>
                    <a:pt x="8176" y="2021"/>
                    <a:pt x="8211" y="2007"/>
                    <a:pt x="8241" y="1985"/>
                  </a:cubicBezTo>
                  <a:cubicBezTo>
                    <a:pt x="8303" y="1931"/>
                    <a:pt x="8310" y="1832"/>
                    <a:pt x="8256" y="1770"/>
                  </a:cubicBezTo>
                  <a:cubicBezTo>
                    <a:pt x="7729" y="1161"/>
                    <a:pt x="6968" y="689"/>
                    <a:pt x="6052" y="404"/>
                  </a:cubicBezTo>
                  <a:cubicBezTo>
                    <a:pt x="5179" y="132"/>
                    <a:pt x="4277" y="57"/>
                    <a:pt x="3510" y="19"/>
                  </a:cubicBezTo>
                  <a:cubicBezTo>
                    <a:pt x="3292" y="8"/>
                    <a:pt x="3067" y="0"/>
                    <a:pt x="284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340" name="Google Shape;340;p31"/>
            <p:cNvSpPr/>
            <p:nvPr/>
          </p:nvSpPr>
          <p:spPr>
            <a:xfrm>
              <a:off x="5226163" y="2261109"/>
              <a:ext cx="761075" cy="197441"/>
            </a:xfrm>
            <a:custGeom>
              <a:avLst/>
              <a:gdLst/>
              <a:ahLst/>
              <a:cxnLst/>
              <a:rect l="l" t="t" r="r" b="b"/>
              <a:pathLst>
                <a:path w="7852" h="2037" extrusionOk="0">
                  <a:moveTo>
                    <a:pt x="3178" y="1"/>
                  </a:moveTo>
                  <a:cubicBezTo>
                    <a:pt x="2118" y="1"/>
                    <a:pt x="1053" y="246"/>
                    <a:pt x="105" y="714"/>
                  </a:cubicBezTo>
                  <a:cubicBezTo>
                    <a:pt x="31" y="750"/>
                    <a:pt x="0" y="843"/>
                    <a:pt x="37" y="918"/>
                  </a:cubicBezTo>
                  <a:cubicBezTo>
                    <a:pt x="64" y="971"/>
                    <a:pt x="118" y="1002"/>
                    <a:pt x="174" y="1002"/>
                  </a:cubicBezTo>
                  <a:cubicBezTo>
                    <a:pt x="196" y="1002"/>
                    <a:pt x="220" y="997"/>
                    <a:pt x="241" y="986"/>
                  </a:cubicBezTo>
                  <a:cubicBezTo>
                    <a:pt x="1147" y="538"/>
                    <a:pt x="2164" y="304"/>
                    <a:pt x="3177" y="304"/>
                  </a:cubicBezTo>
                  <a:cubicBezTo>
                    <a:pt x="3475" y="304"/>
                    <a:pt x="3772" y="324"/>
                    <a:pt x="4066" y="365"/>
                  </a:cubicBezTo>
                  <a:cubicBezTo>
                    <a:pt x="5359" y="543"/>
                    <a:pt x="6608" y="1123"/>
                    <a:pt x="7579" y="1999"/>
                  </a:cubicBezTo>
                  <a:cubicBezTo>
                    <a:pt x="7606" y="2024"/>
                    <a:pt x="7642" y="2037"/>
                    <a:pt x="7679" y="2037"/>
                  </a:cubicBezTo>
                  <a:cubicBezTo>
                    <a:pt x="7722" y="2037"/>
                    <a:pt x="7763" y="2021"/>
                    <a:pt x="7794" y="1988"/>
                  </a:cubicBezTo>
                  <a:cubicBezTo>
                    <a:pt x="7851" y="1927"/>
                    <a:pt x="7846" y="1831"/>
                    <a:pt x="7782" y="1773"/>
                  </a:cubicBezTo>
                  <a:cubicBezTo>
                    <a:pt x="6765" y="859"/>
                    <a:pt x="5461" y="251"/>
                    <a:pt x="4107" y="65"/>
                  </a:cubicBezTo>
                  <a:cubicBezTo>
                    <a:pt x="3800" y="22"/>
                    <a:pt x="3489" y="1"/>
                    <a:pt x="317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341" name="Google Shape;341;p31"/>
            <p:cNvSpPr/>
            <p:nvPr/>
          </p:nvSpPr>
          <p:spPr>
            <a:xfrm>
              <a:off x="5359923" y="2521165"/>
              <a:ext cx="711351" cy="206553"/>
            </a:xfrm>
            <a:custGeom>
              <a:avLst/>
              <a:gdLst/>
              <a:ahLst/>
              <a:cxnLst/>
              <a:rect l="l" t="t" r="r" b="b"/>
              <a:pathLst>
                <a:path w="7339" h="2131" extrusionOk="0">
                  <a:moveTo>
                    <a:pt x="2832" y="1"/>
                  </a:moveTo>
                  <a:cubicBezTo>
                    <a:pt x="1995" y="1"/>
                    <a:pt x="1102" y="135"/>
                    <a:pt x="129" y="408"/>
                  </a:cubicBezTo>
                  <a:cubicBezTo>
                    <a:pt x="48" y="430"/>
                    <a:pt x="1" y="515"/>
                    <a:pt x="23" y="596"/>
                  </a:cubicBezTo>
                  <a:cubicBezTo>
                    <a:pt x="44" y="663"/>
                    <a:pt x="103" y="707"/>
                    <a:pt x="169" y="707"/>
                  </a:cubicBezTo>
                  <a:cubicBezTo>
                    <a:pt x="183" y="707"/>
                    <a:pt x="197" y="705"/>
                    <a:pt x="211" y="701"/>
                  </a:cubicBezTo>
                  <a:cubicBezTo>
                    <a:pt x="1159" y="436"/>
                    <a:pt x="2028" y="305"/>
                    <a:pt x="2838" y="305"/>
                  </a:cubicBezTo>
                  <a:cubicBezTo>
                    <a:pt x="3199" y="305"/>
                    <a:pt x="3548" y="331"/>
                    <a:pt x="3888" y="383"/>
                  </a:cubicBezTo>
                  <a:cubicBezTo>
                    <a:pt x="5198" y="583"/>
                    <a:pt x="6320" y="1185"/>
                    <a:pt x="7053" y="2076"/>
                  </a:cubicBezTo>
                  <a:cubicBezTo>
                    <a:pt x="7082" y="2112"/>
                    <a:pt x="7127" y="2130"/>
                    <a:pt x="7171" y="2130"/>
                  </a:cubicBezTo>
                  <a:cubicBezTo>
                    <a:pt x="7205" y="2130"/>
                    <a:pt x="7238" y="2120"/>
                    <a:pt x="7265" y="2098"/>
                  </a:cubicBezTo>
                  <a:cubicBezTo>
                    <a:pt x="7330" y="2043"/>
                    <a:pt x="7338" y="1948"/>
                    <a:pt x="7285" y="1884"/>
                  </a:cubicBezTo>
                  <a:cubicBezTo>
                    <a:pt x="6508" y="935"/>
                    <a:pt x="5316" y="295"/>
                    <a:pt x="3932" y="83"/>
                  </a:cubicBezTo>
                  <a:cubicBezTo>
                    <a:pt x="3576" y="28"/>
                    <a:pt x="3209" y="1"/>
                    <a:pt x="283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342" name="Google Shape;342;p31"/>
            <p:cNvSpPr/>
            <p:nvPr/>
          </p:nvSpPr>
          <p:spPr>
            <a:xfrm>
              <a:off x="5461115" y="2823191"/>
              <a:ext cx="623535" cy="181254"/>
            </a:xfrm>
            <a:custGeom>
              <a:avLst/>
              <a:gdLst/>
              <a:ahLst/>
              <a:cxnLst/>
              <a:rect l="l" t="t" r="r" b="b"/>
              <a:pathLst>
                <a:path w="6433" h="1870" extrusionOk="0">
                  <a:moveTo>
                    <a:pt x="2081" y="1"/>
                  </a:moveTo>
                  <a:cubicBezTo>
                    <a:pt x="1414" y="1"/>
                    <a:pt x="747" y="118"/>
                    <a:pt x="120" y="352"/>
                  </a:cubicBezTo>
                  <a:cubicBezTo>
                    <a:pt x="42" y="381"/>
                    <a:pt x="0" y="467"/>
                    <a:pt x="30" y="546"/>
                  </a:cubicBezTo>
                  <a:cubicBezTo>
                    <a:pt x="53" y="609"/>
                    <a:pt x="111" y="647"/>
                    <a:pt x="174" y="647"/>
                  </a:cubicBezTo>
                  <a:cubicBezTo>
                    <a:pt x="191" y="647"/>
                    <a:pt x="208" y="644"/>
                    <a:pt x="226" y="638"/>
                  </a:cubicBezTo>
                  <a:cubicBezTo>
                    <a:pt x="818" y="416"/>
                    <a:pt x="1449" y="304"/>
                    <a:pt x="2081" y="304"/>
                  </a:cubicBezTo>
                  <a:cubicBezTo>
                    <a:pt x="2574" y="304"/>
                    <a:pt x="3066" y="372"/>
                    <a:pt x="3540" y="508"/>
                  </a:cubicBezTo>
                  <a:cubicBezTo>
                    <a:pt x="4472" y="776"/>
                    <a:pt x="5319" y="1294"/>
                    <a:pt x="6175" y="1846"/>
                  </a:cubicBezTo>
                  <a:cubicBezTo>
                    <a:pt x="6202" y="1862"/>
                    <a:pt x="6231" y="1870"/>
                    <a:pt x="6259" y="1870"/>
                  </a:cubicBezTo>
                  <a:cubicBezTo>
                    <a:pt x="6311" y="1870"/>
                    <a:pt x="6358" y="1846"/>
                    <a:pt x="6389" y="1800"/>
                  </a:cubicBezTo>
                  <a:cubicBezTo>
                    <a:pt x="6433" y="1730"/>
                    <a:pt x="6412" y="1636"/>
                    <a:pt x="6343" y="1590"/>
                  </a:cubicBezTo>
                  <a:cubicBezTo>
                    <a:pt x="5466" y="1025"/>
                    <a:pt x="4599" y="495"/>
                    <a:pt x="3627" y="217"/>
                  </a:cubicBezTo>
                  <a:cubicBezTo>
                    <a:pt x="3124" y="73"/>
                    <a:pt x="2602" y="1"/>
                    <a:pt x="20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grpSp>
      <p:grpSp>
        <p:nvGrpSpPr>
          <p:cNvPr id="343" name="Google Shape;343;p31"/>
          <p:cNvGrpSpPr/>
          <p:nvPr/>
        </p:nvGrpSpPr>
        <p:grpSpPr>
          <a:xfrm>
            <a:off x="4332763" y="2564100"/>
            <a:ext cx="101550" cy="101500"/>
            <a:chOff x="3258600" y="2392325"/>
            <a:chExt cx="101550" cy="101500"/>
          </a:xfrm>
          <a:effectLst>
            <a:outerShdw blurRad="50800" dist="38100" dir="2700000" algn="tl" rotWithShape="0">
              <a:prstClr val="black">
                <a:alpha val="40000"/>
              </a:prstClr>
            </a:outerShdw>
          </a:effectLst>
        </p:grpSpPr>
        <p:sp>
          <p:nvSpPr>
            <p:cNvPr id="344" name="Google Shape;344;p31"/>
            <p:cNvSpPr/>
            <p:nvPr/>
          </p:nvSpPr>
          <p:spPr>
            <a:xfrm>
              <a:off x="3258600" y="2435000"/>
              <a:ext cx="101550" cy="16225"/>
            </a:xfrm>
            <a:custGeom>
              <a:avLst/>
              <a:gdLst/>
              <a:ahLst/>
              <a:cxnLst/>
              <a:rect l="l" t="t" r="r" b="b"/>
              <a:pathLst>
                <a:path w="4062" h="649" extrusionOk="0">
                  <a:moveTo>
                    <a:pt x="324" y="1"/>
                  </a:moveTo>
                  <a:cubicBezTo>
                    <a:pt x="146" y="1"/>
                    <a:pt x="0" y="145"/>
                    <a:pt x="0" y="324"/>
                  </a:cubicBezTo>
                  <a:cubicBezTo>
                    <a:pt x="0" y="503"/>
                    <a:pt x="146" y="648"/>
                    <a:pt x="324" y="648"/>
                  </a:cubicBezTo>
                  <a:lnTo>
                    <a:pt x="3738" y="648"/>
                  </a:lnTo>
                  <a:cubicBezTo>
                    <a:pt x="3916" y="648"/>
                    <a:pt x="4061" y="503"/>
                    <a:pt x="4061" y="324"/>
                  </a:cubicBezTo>
                  <a:cubicBezTo>
                    <a:pt x="4061" y="145"/>
                    <a:pt x="3916" y="1"/>
                    <a:pt x="37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345" name="Google Shape;345;p31"/>
            <p:cNvSpPr/>
            <p:nvPr/>
          </p:nvSpPr>
          <p:spPr>
            <a:xfrm>
              <a:off x="3301275" y="2392325"/>
              <a:ext cx="16225" cy="101500"/>
            </a:xfrm>
            <a:custGeom>
              <a:avLst/>
              <a:gdLst/>
              <a:ahLst/>
              <a:cxnLst/>
              <a:rect l="l" t="t" r="r" b="b"/>
              <a:pathLst>
                <a:path w="649" h="4060" extrusionOk="0">
                  <a:moveTo>
                    <a:pt x="325" y="0"/>
                  </a:moveTo>
                  <a:cubicBezTo>
                    <a:pt x="146" y="0"/>
                    <a:pt x="1" y="144"/>
                    <a:pt x="1" y="324"/>
                  </a:cubicBezTo>
                  <a:lnTo>
                    <a:pt x="1" y="3736"/>
                  </a:lnTo>
                  <a:cubicBezTo>
                    <a:pt x="1" y="3916"/>
                    <a:pt x="146" y="4060"/>
                    <a:pt x="325" y="4060"/>
                  </a:cubicBezTo>
                  <a:cubicBezTo>
                    <a:pt x="504" y="4060"/>
                    <a:pt x="647" y="3917"/>
                    <a:pt x="648" y="3736"/>
                  </a:cubicBezTo>
                  <a:lnTo>
                    <a:pt x="648" y="324"/>
                  </a:lnTo>
                  <a:cubicBezTo>
                    <a:pt x="648" y="144"/>
                    <a:pt x="504" y="0"/>
                    <a:pt x="3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grpSp>
      <p:grpSp>
        <p:nvGrpSpPr>
          <p:cNvPr id="346" name="Google Shape;346;p31"/>
          <p:cNvGrpSpPr/>
          <p:nvPr/>
        </p:nvGrpSpPr>
        <p:grpSpPr>
          <a:xfrm>
            <a:off x="7325988" y="1179950"/>
            <a:ext cx="101550" cy="101500"/>
            <a:chOff x="3258600" y="2392325"/>
            <a:chExt cx="101550" cy="101500"/>
          </a:xfrm>
          <a:effectLst>
            <a:outerShdw blurRad="50800" dist="38100" dir="2700000" algn="tl" rotWithShape="0">
              <a:prstClr val="black">
                <a:alpha val="40000"/>
              </a:prstClr>
            </a:outerShdw>
          </a:effectLst>
        </p:grpSpPr>
        <p:sp>
          <p:nvSpPr>
            <p:cNvPr id="347" name="Google Shape;347;p31"/>
            <p:cNvSpPr/>
            <p:nvPr/>
          </p:nvSpPr>
          <p:spPr>
            <a:xfrm>
              <a:off x="3258600" y="2435000"/>
              <a:ext cx="101550" cy="16225"/>
            </a:xfrm>
            <a:custGeom>
              <a:avLst/>
              <a:gdLst/>
              <a:ahLst/>
              <a:cxnLst/>
              <a:rect l="l" t="t" r="r" b="b"/>
              <a:pathLst>
                <a:path w="4062" h="649" extrusionOk="0">
                  <a:moveTo>
                    <a:pt x="324" y="1"/>
                  </a:moveTo>
                  <a:cubicBezTo>
                    <a:pt x="146" y="1"/>
                    <a:pt x="0" y="145"/>
                    <a:pt x="0" y="324"/>
                  </a:cubicBezTo>
                  <a:cubicBezTo>
                    <a:pt x="0" y="503"/>
                    <a:pt x="146" y="648"/>
                    <a:pt x="324" y="648"/>
                  </a:cubicBezTo>
                  <a:lnTo>
                    <a:pt x="3738" y="648"/>
                  </a:lnTo>
                  <a:cubicBezTo>
                    <a:pt x="3916" y="648"/>
                    <a:pt x="4061" y="503"/>
                    <a:pt x="4061" y="324"/>
                  </a:cubicBezTo>
                  <a:cubicBezTo>
                    <a:pt x="4061" y="145"/>
                    <a:pt x="3916" y="1"/>
                    <a:pt x="37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348" name="Google Shape;348;p31"/>
            <p:cNvSpPr/>
            <p:nvPr/>
          </p:nvSpPr>
          <p:spPr>
            <a:xfrm>
              <a:off x="3301275" y="2392325"/>
              <a:ext cx="16225" cy="101500"/>
            </a:xfrm>
            <a:custGeom>
              <a:avLst/>
              <a:gdLst/>
              <a:ahLst/>
              <a:cxnLst/>
              <a:rect l="l" t="t" r="r" b="b"/>
              <a:pathLst>
                <a:path w="649" h="4060" extrusionOk="0">
                  <a:moveTo>
                    <a:pt x="325" y="0"/>
                  </a:moveTo>
                  <a:cubicBezTo>
                    <a:pt x="146" y="0"/>
                    <a:pt x="1" y="144"/>
                    <a:pt x="1" y="324"/>
                  </a:cubicBezTo>
                  <a:lnTo>
                    <a:pt x="1" y="3736"/>
                  </a:lnTo>
                  <a:cubicBezTo>
                    <a:pt x="1" y="3916"/>
                    <a:pt x="146" y="4060"/>
                    <a:pt x="325" y="4060"/>
                  </a:cubicBezTo>
                  <a:cubicBezTo>
                    <a:pt x="504" y="4060"/>
                    <a:pt x="647" y="3917"/>
                    <a:pt x="648" y="3736"/>
                  </a:cubicBezTo>
                  <a:lnTo>
                    <a:pt x="648" y="324"/>
                  </a:lnTo>
                  <a:cubicBezTo>
                    <a:pt x="648" y="144"/>
                    <a:pt x="504" y="0"/>
                    <a:pt x="3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grpSp>
      <p:grpSp>
        <p:nvGrpSpPr>
          <p:cNvPr id="349" name="Google Shape;349;p31"/>
          <p:cNvGrpSpPr/>
          <p:nvPr/>
        </p:nvGrpSpPr>
        <p:grpSpPr>
          <a:xfrm>
            <a:off x="6322488" y="4217050"/>
            <a:ext cx="101550" cy="101500"/>
            <a:chOff x="3258600" y="2392325"/>
            <a:chExt cx="101550" cy="101500"/>
          </a:xfrm>
          <a:effectLst>
            <a:outerShdw blurRad="50800" dist="38100" dir="2700000" algn="tl" rotWithShape="0">
              <a:prstClr val="black">
                <a:alpha val="40000"/>
              </a:prstClr>
            </a:outerShdw>
          </a:effectLst>
        </p:grpSpPr>
        <p:sp>
          <p:nvSpPr>
            <p:cNvPr id="350" name="Google Shape;350;p31"/>
            <p:cNvSpPr/>
            <p:nvPr/>
          </p:nvSpPr>
          <p:spPr>
            <a:xfrm>
              <a:off x="3258600" y="2435000"/>
              <a:ext cx="101550" cy="16225"/>
            </a:xfrm>
            <a:custGeom>
              <a:avLst/>
              <a:gdLst/>
              <a:ahLst/>
              <a:cxnLst/>
              <a:rect l="l" t="t" r="r" b="b"/>
              <a:pathLst>
                <a:path w="4062" h="649" extrusionOk="0">
                  <a:moveTo>
                    <a:pt x="324" y="1"/>
                  </a:moveTo>
                  <a:cubicBezTo>
                    <a:pt x="146" y="1"/>
                    <a:pt x="0" y="145"/>
                    <a:pt x="0" y="324"/>
                  </a:cubicBezTo>
                  <a:cubicBezTo>
                    <a:pt x="0" y="503"/>
                    <a:pt x="146" y="648"/>
                    <a:pt x="324" y="648"/>
                  </a:cubicBezTo>
                  <a:lnTo>
                    <a:pt x="3738" y="648"/>
                  </a:lnTo>
                  <a:cubicBezTo>
                    <a:pt x="3916" y="648"/>
                    <a:pt x="4061" y="503"/>
                    <a:pt x="4061" y="324"/>
                  </a:cubicBezTo>
                  <a:cubicBezTo>
                    <a:pt x="4061" y="145"/>
                    <a:pt x="3916" y="1"/>
                    <a:pt x="37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351" name="Google Shape;351;p31"/>
            <p:cNvSpPr/>
            <p:nvPr/>
          </p:nvSpPr>
          <p:spPr>
            <a:xfrm>
              <a:off x="3301275" y="2392325"/>
              <a:ext cx="16225" cy="101500"/>
            </a:xfrm>
            <a:custGeom>
              <a:avLst/>
              <a:gdLst/>
              <a:ahLst/>
              <a:cxnLst/>
              <a:rect l="l" t="t" r="r" b="b"/>
              <a:pathLst>
                <a:path w="649" h="4060" extrusionOk="0">
                  <a:moveTo>
                    <a:pt x="325" y="0"/>
                  </a:moveTo>
                  <a:cubicBezTo>
                    <a:pt x="146" y="0"/>
                    <a:pt x="1" y="144"/>
                    <a:pt x="1" y="324"/>
                  </a:cubicBezTo>
                  <a:lnTo>
                    <a:pt x="1" y="3736"/>
                  </a:lnTo>
                  <a:cubicBezTo>
                    <a:pt x="1" y="3916"/>
                    <a:pt x="146" y="4060"/>
                    <a:pt x="325" y="4060"/>
                  </a:cubicBezTo>
                  <a:cubicBezTo>
                    <a:pt x="504" y="4060"/>
                    <a:pt x="647" y="3917"/>
                    <a:pt x="648" y="3736"/>
                  </a:cubicBezTo>
                  <a:lnTo>
                    <a:pt x="648" y="324"/>
                  </a:lnTo>
                  <a:cubicBezTo>
                    <a:pt x="648" y="144"/>
                    <a:pt x="504" y="0"/>
                    <a:pt x="3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2"/>
          <p:cNvSpPr txBox="1">
            <a:spLocks noGrp="1"/>
          </p:cNvSpPr>
          <p:nvPr>
            <p:ph type="title"/>
          </p:nvPr>
        </p:nvSpPr>
        <p:spPr>
          <a:xfrm>
            <a:off x="720000" y="540000"/>
            <a:ext cx="7704000" cy="564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effectLst>
                  <a:outerShdw blurRad="38100" dist="38100" dir="2700000" algn="tl">
                    <a:srgbClr val="000000">
                      <a:alpha val="43137"/>
                    </a:srgbClr>
                  </a:outerShdw>
                </a:effectLst>
              </a:rPr>
              <a:t>CONTEXTE</a:t>
            </a:r>
            <a:endParaRPr dirty="0">
              <a:effectLst>
                <a:outerShdw blurRad="38100" dist="38100" dir="2700000" algn="tl">
                  <a:srgbClr val="000000">
                    <a:alpha val="43137"/>
                  </a:srgbClr>
                </a:outerShdw>
              </a:effectLst>
            </a:endParaRPr>
          </a:p>
        </p:txBody>
      </p:sp>
      <p:sp>
        <p:nvSpPr>
          <p:cNvPr id="364" name="Google Shape;364;p32"/>
          <p:cNvSpPr txBox="1">
            <a:spLocks noGrp="1"/>
          </p:cNvSpPr>
          <p:nvPr>
            <p:ph type="subTitle" idx="8"/>
          </p:nvPr>
        </p:nvSpPr>
        <p:spPr>
          <a:xfrm>
            <a:off x="719999" y="1742593"/>
            <a:ext cx="5807615" cy="2495683"/>
          </a:xfrm>
          <a:prstGeom prst="rect">
            <a:avLst/>
          </a:prstGeom>
          <a:effectLst>
            <a:outerShdw blurRad="50800" dist="38100" dir="2700000" algn="tl" rotWithShape="0">
              <a:prstClr val="black">
                <a:alpha val="40000"/>
              </a:prstClr>
            </a:outerShdw>
          </a:effectLst>
        </p:spPr>
        <p:txBody>
          <a:bodyPr spcFirstLastPara="1" wrap="square" lIns="91425" tIns="91425" rIns="91425" bIns="91425" anchor="t" anchorCtr="0">
            <a:noAutofit/>
          </a:bodyPr>
          <a:lstStyle/>
          <a:p>
            <a:pPr marL="0" lvl="0" indent="0" algn="l" rtl="0">
              <a:lnSpc>
                <a:spcPct val="150000"/>
              </a:lnSpc>
              <a:spcBef>
                <a:spcPts val="0"/>
              </a:spcBef>
              <a:spcAft>
                <a:spcPts val="1600"/>
              </a:spcAft>
              <a:buNone/>
            </a:pPr>
            <a:r>
              <a:rPr lang="fr-FR" dirty="0">
                <a:effectLst>
                  <a:outerShdw blurRad="38100" dist="38100" dir="2700000" algn="tl">
                    <a:srgbClr val="000000">
                      <a:alpha val="43137"/>
                    </a:srgbClr>
                  </a:outerShdw>
                </a:effectLst>
              </a:rPr>
              <a:t>Dans le cadre de ce projet, nous avons développé une application simple de gestion de location de voitures en langage C. Ce système permet d’enregistrer les locations, de calculer automatiquement les coûts et d’organiser les informations des clients et des véhicules grâce à plusieurs fonctions modulaires. Dans cette présentation, nous allons expliquer brièvement la structure du programme ainsi que les principales fonctions utilisées dans le code. </a:t>
            </a:r>
            <a:endParaRPr dirty="0">
              <a:effectLst>
                <a:outerShdw blurRad="38100" dist="38100" dir="2700000" algn="tl">
                  <a:srgbClr val="000000">
                    <a:alpha val="43137"/>
                  </a:srgbClr>
                </a:outerShdw>
              </a:effectLs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37"/>
          <p:cNvSpPr txBox="1">
            <a:spLocks noGrp="1"/>
          </p:cNvSpPr>
          <p:nvPr>
            <p:ph type="title"/>
          </p:nvPr>
        </p:nvSpPr>
        <p:spPr>
          <a:xfrm>
            <a:off x="5558126" y="2743624"/>
            <a:ext cx="2865900" cy="2018229"/>
          </a:xfrm>
          <a:prstGeom prst="rect">
            <a:avLst/>
          </a:prstGeom>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pPr marL="0" lvl="0" indent="0" algn="r" rtl="0">
              <a:spcBef>
                <a:spcPts val="0"/>
              </a:spcBef>
              <a:spcAft>
                <a:spcPts val="0"/>
              </a:spcAft>
              <a:buNone/>
            </a:pPr>
            <a:r>
              <a:rPr lang="fr-FR" dirty="0">
                <a:effectLst>
                  <a:outerShdw blurRad="38100" dist="38100" dir="2700000" algn="tl">
                    <a:srgbClr val="000000">
                      <a:alpha val="43137"/>
                    </a:srgbClr>
                  </a:outerShdw>
                </a:effectLst>
              </a:rPr>
              <a:t>ANALYSE DES STRUCTURES </a:t>
            </a:r>
            <a:r>
              <a:rPr lang="fr-FR" dirty="0">
                <a:solidFill>
                  <a:schemeClr val="accent4"/>
                </a:solidFill>
                <a:effectLst>
                  <a:outerShdw blurRad="38100" dist="38100" dir="2700000" algn="tl">
                    <a:srgbClr val="000000">
                      <a:alpha val="43137"/>
                    </a:srgbClr>
                  </a:outerShdw>
                </a:effectLst>
              </a:rPr>
              <a:t>ET DES TARIFS</a:t>
            </a:r>
          </a:p>
        </p:txBody>
      </p:sp>
      <p:sp>
        <p:nvSpPr>
          <p:cNvPr id="533" name="Google Shape;533;p37"/>
          <p:cNvSpPr txBox="1">
            <a:spLocks noGrp="1"/>
          </p:cNvSpPr>
          <p:nvPr>
            <p:ph type="title" idx="2"/>
          </p:nvPr>
        </p:nvSpPr>
        <p:spPr>
          <a:xfrm>
            <a:off x="5795975" y="540000"/>
            <a:ext cx="2679900" cy="2290200"/>
          </a:xfrm>
          <a:prstGeom prst="rect">
            <a:avLst/>
          </a:prstGeom>
          <a:effectLst>
            <a:outerShdw blurRad="50800" dist="38100" dir="2700000" algn="tl" rotWithShape="0">
              <a:prstClr val="black">
                <a:alpha val="40000"/>
              </a:prstClr>
            </a:outerShdw>
          </a:effectLst>
        </p:spPr>
        <p:txBody>
          <a:bodyPr spcFirstLastPara="1" wrap="square" lIns="91425" tIns="91425" rIns="91425" bIns="91425" anchor="b" anchorCtr="0">
            <a:noAutofit/>
          </a:bodyPr>
          <a:lstStyle/>
          <a:p>
            <a:pPr marL="0" lvl="0" indent="0" algn="r" rtl="0">
              <a:spcBef>
                <a:spcPts val="0"/>
              </a:spcBef>
              <a:spcAft>
                <a:spcPts val="0"/>
              </a:spcAft>
              <a:buNone/>
            </a:pPr>
            <a:r>
              <a:rPr lang="en">
                <a:effectLst>
                  <a:outerShdw blurRad="38100" dist="38100" dir="2700000" algn="tl">
                    <a:srgbClr val="000000">
                      <a:alpha val="43137"/>
                    </a:srgbClr>
                  </a:outerShdw>
                </a:effectLst>
              </a:rPr>
              <a:t>02</a:t>
            </a:r>
            <a:endParaRPr>
              <a:effectLst>
                <a:outerShdw blurRad="38100" dist="38100" dir="2700000" algn="tl">
                  <a:srgbClr val="000000">
                    <a:alpha val="43137"/>
                  </a:srgbClr>
                </a:outerShdw>
              </a:effectLst>
            </a:endParaRPr>
          </a:p>
        </p:txBody>
      </p:sp>
      <p:grpSp>
        <p:nvGrpSpPr>
          <p:cNvPr id="535" name="Google Shape;535;p37"/>
          <p:cNvGrpSpPr/>
          <p:nvPr/>
        </p:nvGrpSpPr>
        <p:grpSpPr>
          <a:xfrm>
            <a:off x="1599214" y="911144"/>
            <a:ext cx="2427703" cy="3563507"/>
            <a:chOff x="1599214" y="911144"/>
            <a:chExt cx="2427703" cy="3563507"/>
          </a:xfrm>
          <a:effectLst>
            <a:outerShdw blurRad="50800" dist="38100" dir="2700000" algn="tl" rotWithShape="0">
              <a:prstClr val="black">
                <a:alpha val="40000"/>
              </a:prstClr>
            </a:outerShdw>
          </a:effectLst>
        </p:grpSpPr>
        <p:sp>
          <p:nvSpPr>
            <p:cNvPr id="536" name="Google Shape;536;p37"/>
            <p:cNvSpPr/>
            <p:nvPr/>
          </p:nvSpPr>
          <p:spPr>
            <a:xfrm rot="-22791">
              <a:off x="1854426" y="1818578"/>
              <a:ext cx="1839813" cy="2006075"/>
            </a:xfrm>
            <a:custGeom>
              <a:avLst/>
              <a:gdLst/>
              <a:ahLst/>
              <a:cxnLst/>
              <a:rect l="l" t="t" r="r" b="b"/>
              <a:pathLst>
                <a:path w="13799" h="15046" extrusionOk="0">
                  <a:moveTo>
                    <a:pt x="13434" y="310"/>
                  </a:moveTo>
                  <a:cubicBezTo>
                    <a:pt x="12370" y="3909"/>
                    <a:pt x="10554" y="6225"/>
                    <a:pt x="7886" y="7386"/>
                  </a:cubicBezTo>
                  <a:cubicBezTo>
                    <a:pt x="7830" y="7408"/>
                    <a:pt x="7794" y="7464"/>
                    <a:pt x="7794" y="7524"/>
                  </a:cubicBezTo>
                  <a:cubicBezTo>
                    <a:pt x="7794" y="7585"/>
                    <a:pt x="7830" y="7639"/>
                    <a:pt x="7886" y="7664"/>
                  </a:cubicBezTo>
                  <a:cubicBezTo>
                    <a:pt x="10554" y="8822"/>
                    <a:pt x="12370" y="11140"/>
                    <a:pt x="13434" y="14741"/>
                  </a:cubicBezTo>
                  <a:lnTo>
                    <a:pt x="365" y="14741"/>
                  </a:lnTo>
                  <a:cubicBezTo>
                    <a:pt x="1428" y="11140"/>
                    <a:pt x="3245" y="8825"/>
                    <a:pt x="5913" y="7664"/>
                  </a:cubicBezTo>
                  <a:cubicBezTo>
                    <a:pt x="5970" y="7642"/>
                    <a:pt x="6007" y="7585"/>
                    <a:pt x="6007" y="7524"/>
                  </a:cubicBezTo>
                  <a:cubicBezTo>
                    <a:pt x="6007" y="7464"/>
                    <a:pt x="5970" y="7410"/>
                    <a:pt x="5913" y="7386"/>
                  </a:cubicBezTo>
                  <a:cubicBezTo>
                    <a:pt x="3245" y="6225"/>
                    <a:pt x="1429" y="3909"/>
                    <a:pt x="365" y="310"/>
                  </a:cubicBezTo>
                  <a:close/>
                  <a:moveTo>
                    <a:pt x="160" y="1"/>
                  </a:moveTo>
                  <a:cubicBezTo>
                    <a:pt x="110" y="1"/>
                    <a:pt x="65" y="23"/>
                    <a:pt x="38" y="61"/>
                  </a:cubicBezTo>
                  <a:cubicBezTo>
                    <a:pt x="10" y="99"/>
                    <a:pt x="0" y="148"/>
                    <a:pt x="13" y="194"/>
                  </a:cubicBezTo>
                  <a:cubicBezTo>
                    <a:pt x="1055" y="3860"/>
                    <a:pt x="2846" y="6260"/>
                    <a:pt x="5482" y="7523"/>
                  </a:cubicBezTo>
                  <a:cubicBezTo>
                    <a:pt x="2846" y="8784"/>
                    <a:pt x="1055" y="11187"/>
                    <a:pt x="13" y="14851"/>
                  </a:cubicBezTo>
                  <a:cubicBezTo>
                    <a:pt x="0" y="14896"/>
                    <a:pt x="10" y="14947"/>
                    <a:pt x="38" y="14985"/>
                  </a:cubicBezTo>
                  <a:cubicBezTo>
                    <a:pt x="68" y="15022"/>
                    <a:pt x="110" y="15045"/>
                    <a:pt x="160" y="15045"/>
                  </a:cubicBezTo>
                  <a:lnTo>
                    <a:pt x="13637" y="15045"/>
                  </a:lnTo>
                  <a:cubicBezTo>
                    <a:pt x="13687" y="15045"/>
                    <a:pt x="13731" y="15022"/>
                    <a:pt x="13761" y="14985"/>
                  </a:cubicBezTo>
                  <a:cubicBezTo>
                    <a:pt x="13788" y="14947"/>
                    <a:pt x="13799" y="14896"/>
                    <a:pt x="13785" y="14851"/>
                  </a:cubicBezTo>
                  <a:cubicBezTo>
                    <a:pt x="12744" y="11185"/>
                    <a:pt x="10951" y="8784"/>
                    <a:pt x="8315" y="7523"/>
                  </a:cubicBezTo>
                  <a:cubicBezTo>
                    <a:pt x="10950" y="6260"/>
                    <a:pt x="12740" y="3860"/>
                    <a:pt x="13785" y="194"/>
                  </a:cubicBezTo>
                  <a:cubicBezTo>
                    <a:pt x="13799" y="148"/>
                    <a:pt x="13788" y="99"/>
                    <a:pt x="13761" y="61"/>
                  </a:cubicBezTo>
                  <a:cubicBezTo>
                    <a:pt x="13731" y="23"/>
                    <a:pt x="13687" y="1"/>
                    <a:pt x="136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537" name="Google Shape;537;p37"/>
            <p:cNvSpPr/>
            <p:nvPr/>
          </p:nvSpPr>
          <p:spPr>
            <a:xfrm rot="-22791">
              <a:off x="2164718" y="2294161"/>
              <a:ext cx="1220898" cy="1306629"/>
            </a:xfrm>
            <a:custGeom>
              <a:avLst/>
              <a:gdLst/>
              <a:ahLst/>
              <a:cxnLst/>
              <a:rect l="l" t="t" r="r" b="b"/>
              <a:pathLst>
                <a:path w="9157" h="9800" extrusionOk="0">
                  <a:moveTo>
                    <a:pt x="3876" y="0"/>
                  </a:moveTo>
                  <a:cubicBezTo>
                    <a:pt x="3786" y="0"/>
                    <a:pt x="3696" y="1"/>
                    <a:pt x="3606" y="3"/>
                  </a:cubicBezTo>
                  <a:cubicBezTo>
                    <a:pt x="2851" y="21"/>
                    <a:pt x="2044" y="88"/>
                    <a:pt x="1407" y="470"/>
                  </a:cubicBezTo>
                  <a:cubicBezTo>
                    <a:pt x="1636" y="749"/>
                    <a:pt x="1997" y="1077"/>
                    <a:pt x="2347" y="1370"/>
                  </a:cubicBezTo>
                  <a:cubicBezTo>
                    <a:pt x="3524" y="2351"/>
                    <a:pt x="4193" y="3841"/>
                    <a:pt x="4040" y="5365"/>
                  </a:cubicBezTo>
                  <a:cubicBezTo>
                    <a:pt x="4040" y="5379"/>
                    <a:pt x="4037" y="5394"/>
                    <a:pt x="4035" y="5409"/>
                  </a:cubicBezTo>
                  <a:cubicBezTo>
                    <a:pt x="2272" y="6208"/>
                    <a:pt x="938" y="7654"/>
                    <a:pt x="0" y="9799"/>
                  </a:cubicBezTo>
                  <a:lnTo>
                    <a:pt x="9156" y="9799"/>
                  </a:lnTo>
                  <a:cubicBezTo>
                    <a:pt x="8219" y="7651"/>
                    <a:pt x="6885" y="6208"/>
                    <a:pt x="5119" y="5409"/>
                  </a:cubicBezTo>
                  <a:cubicBezTo>
                    <a:pt x="5092" y="5166"/>
                    <a:pt x="5081" y="4923"/>
                    <a:pt x="5089" y="4682"/>
                  </a:cubicBezTo>
                  <a:cubicBezTo>
                    <a:pt x="5122" y="3433"/>
                    <a:pt x="5773" y="2299"/>
                    <a:pt x="6733" y="1499"/>
                  </a:cubicBezTo>
                  <a:cubicBezTo>
                    <a:pt x="7033" y="1249"/>
                    <a:pt x="7315" y="973"/>
                    <a:pt x="7578" y="669"/>
                  </a:cubicBezTo>
                  <a:lnTo>
                    <a:pt x="7578" y="669"/>
                  </a:lnTo>
                  <a:cubicBezTo>
                    <a:pt x="7563" y="670"/>
                    <a:pt x="7551" y="673"/>
                    <a:pt x="7536" y="673"/>
                  </a:cubicBezTo>
                  <a:cubicBezTo>
                    <a:pt x="7440" y="681"/>
                    <a:pt x="7343" y="685"/>
                    <a:pt x="7247" y="685"/>
                  </a:cubicBezTo>
                  <a:cubicBezTo>
                    <a:pt x="6813" y="685"/>
                    <a:pt x="6381" y="606"/>
                    <a:pt x="5966" y="477"/>
                  </a:cubicBezTo>
                  <a:cubicBezTo>
                    <a:pt x="5514" y="333"/>
                    <a:pt x="5077" y="135"/>
                    <a:pt x="4612" y="52"/>
                  </a:cubicBezTo>
                  <a:cubicBezTo>
                    <a:pt x="4367" y="9"/>
                    <a:pt x="4122" y="0"/>
                    <a:pt x="387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538" name="Google Shape;538;p37"/>
            <p:cNvSpPr/>
            <p:nvPr/>
          </p:nvSpPr>
          <p:spPr>
            <a:xfrm rot="-22791">
              <a:off x="2004951" y="1955581"/>
              <a:ext cx="608249" cy="729312"/>
            </a:xfrm>
            <a:custGeom>
              <a:avLst/>
              <a:gdLst/>
              <a:ahLst/>
              <a:cxnLst/>
              <a:rect l="l" t="t" r="r" b="b"/>
              <a:pathLst>
                <a:path w="4562" h="5470" extrusionOk="0">
                  <a:moveTo>
                    <a:pt x="171" y="1"/>
                  </a:moveTo>
                  <a:cubicBezTo>
                    <a:pt x="156" y="1"/>
                    <a:pt x="142" y="3"/>
                    <a:pt x="127" y="7"/>
                  </a:cubicBezTo>
                  <a:cubicBezTo>
                    <a:pt x="46" y="31"/>
                    <a:pt x="0" y="116"/>
                    <a:pt x="25" y="197"/>
                  </a:cubicBezTo>
                  <a:cubicBezTo>
                    <a:pt x="591" y="2066"/>
                    <a:pt x="1592" y="4355"/>
                    <a:pt x="4332" y="5457"/>
                  </a:cubicBezTo>
                  <a:cubicBezTo>
                    <a:pt x="4350" y="5465"/>
                    <a:pt x="4370" y="5469"/>
                    <a:pt x="4388" y="5469"/>
                  </a:cubicBezTo>
                  <a:cubicBezTo>
                    <a:pt x="4448" y="5469"/>
                    <a:pt x="4507" y="5433"/>
                    <a:pt x="4529" y="5373"/>
                  </a:cubicBezTo>
                  <a:cubicBezTo>
                    <a:pt x="4561" y="5293"/>
                    <a:pt x="4523" y="5205"/>
                    <a:pt x="4445" y="5172"/>
                  </a:cubicBezTo>
                  <a:cubicBezTo>
                    <a:pt x="1826" y="4120"/>
                    <a:pt x="863" y="1914"/>
                    <a:pt x="317" y="108"/>
                  </a:cubicBezTo>
                  <a:cubicBezTo>
                    <a:pt x="296" y="43"/>
                    <a:pt x="236" y="1"/>
                    <a:pt x="171" y="1"/>
                  </a:cubicBezTo>
                  <a:close/>
                </a:path>
              </a:pathLst>
            </a:custGeom>
            <a:solidFill>
              <a:srgbClr val="F9FB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539" name="Google Shape;539;p37"/>
            <p:cNvSpPr/>
            <p:nvPr/>
          </p:nvSpPr>
          <p:spPr>
            <a:xfrm rot="-22791">
              <a:off x="2025358" y="3411494"/>
              <a:ext cx="166662" cy="313991"/>
            </a:xfrm>
            <a:custGeom>
              <a:avLst/>
              <a:gdLst/>
              <a:ahLst/>
              <a:cxnLst/>
              <a:rect l="l" t="t" r="r" b="b"/>
              <a:pathLst>
                <a:path w="1250" h="2355" extrusionOk="0">
                  <a:moveTo>
                    <a:pt x="1075" y="1"/>
                  </a:moveTo>
                  <a:cubicBezTo>
                    <a:pt x="1022" y="1"/>
                    <a:pt x="970" y="28"/>
                    <a:pt x="942" y="78"/>
                  </a:cubicBezTo>
                  <a:cubicBezTo>
                    <a:pt x="581" y="705"/>
                    <a:pt x="272" y="1404"/>
                    <a:pt x="26" y="2156"/>
                  </a:cubicBezTo>
                  <a:cubicBezTo>
                    <a:pt x="0" y="2234"/>
                    <a:pt x="44" y="2322"/>
                    <a:pt x="124" y="2347"/>
                  </a:cubicBezTo>
                  <a:cubicBezTo>
                    <a:pt x="139" y="2353"/>
                    <a:pt x="157" y="2355"/>
                    <a:pt x="172" y="2355"/>
                  </a:cubicBezTo>
                  <a:cubicBezTo>
                    <a:pt x="236" y="2355"/>
                    <a:pt x="296" y="2314"/>
                    <a:pt x="318" y="2249"/>
                  </a:cubicBezTo>
                  <a:cubicBezTo>
                    <a:pt x="557" y="1518"/>
                    <a:pt x="855" y="840"/>
                    <a:pt x="1208" y="230"/>
                  </a:cubicBezTo>
                  <a:cubicBezTo>
                    <a:pt x="1250" y="156"/>
                    <a:pt x="1224" y="62"/>
                    <a:pt x="1152" y="20"/>
                  </a:cubicBezTo>
                  <a:cubicBezTo>
                    <a:pt x="1128" y="7"/>
                    <a:pt x="1101" y="1"/>
                    <a:pt x="1075" y="1"/>
                  </a:cubicBezTo>
                  <a:close/>
                </a:path>
              </a:pathLst>
            </a:custGeom>
            <a:solidFill>
              <a:srgbClr val="F9FB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540" name="Google Shape;540;p37"/>
            <p:cNvSpPr/>
            <p:nvPr/>
          </p:nvSpPr>
          <p:spPr>
            <a:xfrm rot="-22791">
              <a:off x="2302796" y="2970594"/>
              <a:ext cx="326657" cy="262259"/>
            </a:xfrm>
            <a:custGeom>
              <a:avLst/>
              <a:gdLst/>
              <a:ahLst/>
              <a:cxnLst/>
              <a:rect l="l" t="t" r="r" b="b"/>
              <a:pathLst>
                <a:path w="2450" h="1967" extrusionOk="0">
                  <a:moveTo>
                    <a:pt x="2275" y="0"/>
                  </a:moveTo>
                  <a:cubicBezTo>
                    <a:pt x="2250" y="0"/>
                    <a:pt x="2224" y="7"/>
                    <a:pt x="2199" y="21"/>
                  </a:cubicBezTo>
                  <a:cubicBezTo>
                    <a:pt x="1391" y="483"/>
                    <a:pt x="670" y="1053"/>
                    <a:pt x="59" y="1709"/>
                  </a:cubicBezTo>
                  <a:cubicBezTo>
                    <a:pt x="0" y="1770"/>
                    <a:pt x="5" y="1867"/>
                    <a:pt x="67" y="1926"/>
                  </a:cubicBezTo>
                  <a:cubicBezTo>
                    <a:pt x="95" y="1953"/>
                    <a:pt x="133" y="1966"/>
                    <a:pt x="171" y="1966"/>
                  </a:cubicBezTo>
                  <a:cubicBezTo>
                    <a:pt x="211" y="1966"/>
                    <a:pt x="251" y="1950"/>
                    <a:pt x="284" y="1918"/>
                  </a:cubicBezTo>
                  <a:cubicBezTo>
                    <a:pt x="873" y="1285"/>
                    <a:pt x="1568" y="735"/>
                    <a:pt x="2352" y="286"/>
                  </a:cubicBezTo>
                  <a:cubicBezTo>
                    <a:pt x="2425" y="242"/>
                    <a:pt x="2450" y="150"/>
                    <a:pt x="2409" y="76"/>
                  </a:cubicBezTo>
                  <a:cubicBezTo>
                    <a:pt x="2379" y="28"/>
                    <a:pt x="2328" y="0"/>
                    <a:pt x="2275" y="0"/>
                  </a:cubicBezTo>
                  <a:close/>
                </a:path>
              </a:pathLst>
            </a:custGeom>
            <a:solidFill>
              <a:srgbClr val="F9FB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541" name="Google Shape;541;p37"/>
            <p:cNvSpPr/>
            <p:nvPr/>
          </p:nvSpPr>
          <p:spPr>
            <a:xfrm rot="-23197">
              <a:off x="1858769" y="1451797"/>
              <a:ext cx="1815882" cy="372392"/>
            </a:xfrm>
            <a:custGeom>
              <a:avLst/>
              <a:gdLst/>
              <a:ahLst/>
              <a:cxnLst/>
              <a:rect l="l" t="t" r="r" b="b"/>
              <a:pathLst>
                <a:path w="13845" h="2793" extrusionOk="0">
                  <a:moveTo>
                    <a:pt x="2792" y="0"/>
                  </a:moveTo>
                  <a:cubicBezTo>
                    <a:pt x="1249" y="0"/>
                    <a:pt x="1" y="1251"/>
                    <a:pt x="1" y="2793"/>
                  </a:cubicBezTo>
                  <a:lnTo>
                    <a:pt x="13844" y="2793"/>
                  </a:lnTo>
                  <a:cubicBezTo>
                    <a:pt x="13844" y="1251"/>
                    <a:pt x="12595" y="0"/>
                    <a:pt x="110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542" name="Google Shape;542;p37"/>
            <p:cNvSpPr/>
            <p:nvPr/>
          </p:nvSpPr>
          <p:spPr>
            <a:xfrm rot="-23197">
              <a:off x="1873621" y="3818884"/>
              <a:ext cx="1816276" cy="372392"/>
            </a:xfrm>
            <a:custGeom>
              <a:avLst/>
              <a:gdLst/>
              <a:ahLst/>
              <a:cxnLst/>
              <a:rect l="l" t="t" r="r" b="b"/>
              <a:pathLst>
                <a:path w="13848" h="2793" extrusionOk="0">
                  <a:moveTo>
                    <a:pt x="1" y="1"/>
                  </a:moveTo>
                  <a:cubicBezTo>
                    <a:pt x="1" y="1544"/>
                    <a:pt x="1252" y="2792"/>
                    <a:pt x="2794" y="2792"/>
                  </a:cubicBezTo>
                  <a:lnTo>
                    <a:pt x="11054" y="2792"/>
                  </a:lnTo>
                  <a:cubicBezTo>
                    <a:pt x="12598" y="2792"/>
                    <a:pt x="13847" y="1544"/>
                    <a:pt x="138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grpSp>
          <p:nvGrpSpPr>
            <p:cNvPr id="543" name="Google Shape;543;p37"/>
            <p:cNvGrpSpPr/>
            <p:nvPr/>
          </p:nvGrpSpPr>
          <p:grpSpPr>
            <a:xfrm>
              <a:off x="1801342" y="2767097"/>
              <a:ext cx="108950" cy="109004"/>
              <a:chOff x="4671750" y="3446925"/>
              <a:chExt cx="101500" cy="101550"/>
            </a:xfrm>
          </p:grpSpPr>
          <p:sp>
            <p:nvSpPr>
              <p:cNvPr id="544" name="Google Shape;544;p37"/>
              <p:cNvSpPr/>
              <p:nvPr/>
            </p:nvSpPr>
            <p:spPr>
              <a:xfrm>
                <a:off x="4671750" y="3489575"/>
                <a:ext cx="101500" cy="16225"/>
              </a:xfrm>
              <a:custGeom>
                <a:avLst/>
                <a:gdLst/>
                <a:ahLst/>
                <a:cxnLst/>
                <a:rect l="l" t="t" r="r" b="b"/>
                <a:pathLst>
                  <a:path w="4060" h="649" extrusionOk="0">
                    <a:moveTo>
                      <a:pt x="324" y="1"/>
                    </a:moveTo>
                    <a:cubicBezTo>
                      <a:pt x="144" y="1"/>
                      <a:pt x="0" y="146"/>
                      <a:pt x="0" y="324"/>
                    </a:cubicBezTo>
                    <a:cubicBezTo>
                      <a:pt x="0" y="504"/>
                      <a:pt x="144" y="648"/>
                      <a:pt x="324" y="648"/>
                    </a:cubicBezTo>
                    <a:lnTo>
                      <a:pt x="3736" y="648"/>
                    </a:lnTo>
                    <a:cubicBezTo>
                      <a:pt x="3916" y="648"/>
                      <a:pt x="4060" y="505"/>
                      <a:pt x="4060" y="324"/>
                    </a:cubicBezTo>
                    <a:cubicBezTo>
                      <a:pt x="4060" y="146"/>
                      <a:pt x="3916" y="1"/>
                      <a:pt x="37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545" name="Google Shape;545;p37"/>
              <p:cNvSpPr/>
              <p:nvPr/>
            </p:nvSpPr>
            <p:spPr>
              <a:xfrm>
                <a:off x="4714350" y="3446925"/>
                <a:ext cx="16225" cy="101550"/>
              </a:xfrm>
              <a:custGeom>
                <a:avLst/>
                <a:gdLst/>
                <a:ahLst/>
                <a:cxnLst/>
                <a:rect l="l" t="t" r="r" b="b"/>
                <a:pathLst>
                  <a:path w="649" h="4062" extrusionOk="0">
                    <a:moveTo>
                      <a:pt x="325" y="1"/>
                    </a:moveTo>
                    <a:cubicBezTo>
                      <a:pt x="146" y="1"/>
                      <a:pt x="1" y="146"/>
                      <a:pt x="1" y="324"/>
                    </a:cubicBezTo>
                    <a:lnTo>
                      <a:pt x="1" y="3738"/>
                    </a:lnTo>
                    <a:cubicBezTo>
                      <a:pt x="1" y="3917"/>
                      <a:pt x="146" y="4062"/>
                      <a:pt x="325" y="4062"/>
                    </a:cubicBezTo>
                    <a:cubicBezTo>
                      <a:pt x="506" y="4062"/>
                      <a:pt x="648" y="3917"/>
                      <a:pt x="648" y="3738"/>
                    </a:cubicBezTo>
                    <a:lnTo>
                      <a:pt x="648" y="324"/>
                    </a:lnTo>
                    <a:cubicBezTo>
                      <a:pt x="648" y="146"/>
                      <a:pt x="504" y="1"/>
                      <a:pt x="3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grpSp>
        <p:grpSp>
          <p:nvGrpSpPr>
            <p:cNvPr id="546" name="Google Shape;546;p37"/>
            <p:cNvGrpSpPr/>
            <p:nvPr/>
          </p:nvGrpSpPr>
          <p:grpSpPr>
            <a:xfrm>
              <a:off x="3414717" y="1027922"/>
              <a:ext cx="108950" cy="109004"/>
              <a:chOff x="4671750" y="3446925"/>
              <a:chExt cx="101500" cy="101550"/>
            </a:xfrm>
          </p:grpSpPr>
          <p:sp>
            <p:nvSpPr>
              <p:cNvPr id="547" name="Google Shape;547;p37"/>
              <p:cNvSpPr/>
              <p:nvPr/>
            </p:nvSpPr>
            <p:spPr>
              <a:xfrm>
                <a:off x="4671750" y="3489575"/>
                <a:ext cx="101500" cy="16225"/>
              </a:xfrm>
              <a:custGeom>
                <a:avLst/>
                <a:gdLst/>
                <a:ahLst/>
                <a:cxnLst/>
                <a:rect l="l" t="t" r="r" b="b"/>
                <a:pathLst>
                  <a:path w="4060" h="649" extrusionOk="0">
                    <a:moveTo>
                      <a:pt x="324" y="1"/>
                    </a:moveTo>
                    <a:cubicBezTo>
                      <a:pt x="144" y="1"/>
                      <a:pt x="0" y="146"/>
                      <a:pt x="0" y="324"/>
                    </a:cubicBezTo>
                    <a:cubicBezTo>
                      <a:pt x="0" y="504"/>
                      <a:pt x="144" y="648"/>
                      <a:pt x="324" y="648"/>
                    </a:cubicBezTo>
                    <a:lnTo>
                      <a:pt x="3736" y="648"/>
                    </a:lnTo>
                    <a:cubicBezTo>
                      <a:pt x="3916" y="648"/>
                      <a:pt x="4060" y="505"/>
                      <a:pt x="4060" y="324"/>
                    </a:cubicBezTo>
                    <a:cubicBezTo>
                      <a:pt x="4060" y="146"/>
                      <a:pt x="3916" y="1"/>
                      <a:pt x="37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548" name="Google Shape;548;p37"/>
              <p:cNvSpPr/>
              <p:nvPr/>
            </p:nvSpPr>
            <p:spPr>
              <a:xfrm>
                <a:off x="4714350" y="3446925"/>
                <a:ext cx="16225" cy="101550"/>
              </a:xfrm>
              <a:custGeom>
                <a:avLst/>
                <a:gdLst/>
                <a:ahLst/>
                <a:cxnLst/>
                <a:rect l="l" t="t" r="r" b="b"/>
                <a:pathLst>
                  <a:path w="649" h="4062" extrusionOk="0">
                    <a:moveTo>
                      <a:pt x="325" y="1"/>
                    </a:moveTo>
                    <a:cubicBezTo>
                      <a:pt x="146" y="1"/>
                      <a:pt x="1" y="146"/>
                      <a:pt x="1" y="324"/>
                    </a:cubicBezTo>
                    <a:lnTo>
                      <a:pt x="1" y="3738"/>
                    </a:lnTo>
                    <a:cubicBezTo>
                      <a:pt x="1" y="3917"/>
                      <a:pt x="146" y="4062"/>
                      <a:pt x="325" y="4062"/>
                    </a:cubicBezTo>
                    <a:cubicBezTo>
                      <a:pt x="506" y="4062"/>
                      <a:pt x="648" y="3917"/>
                      <a:pt x="648" y="3738"/>
                    </a:cubicBezTo>
                    <a:lnTo>
                      <a:pt x="648" y="324"/>
                    </a:lnTo>
                    <a:cubicBezTo>
                      <a:pt x="648" y="146"/>
                      <a:pt x="504" y="1"/>
                      <a:pt x="3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grpSp>
        <p:grpSp>
          <p:nvGrpSpPr>
            <p:cNvPr id="549" name="Google Shape;549;p37"/>
            <p:cNvGrpSpPr/>
            <p:nvPr/>
          </p:nvGrpSpPr>
          <p:grpSpPr>
            <a:xfrm>
              <a:off x="3917967" y="3655172"/>
              <a:ext cx="108950" cy="109004"/>
              <a:chOff x="4671750" y="3446925"/>
              <a:chExt cx="101500" cy="101550"/>
            </a:xfrm>
          </p:grpSpPr>
          <p:sp>
            <p:nvSpPr>
              <p:cNvPr id="550" name="Google Shape;550;p37"/>
              <p:cNvSpPr/>
              <p:nvPr/>
            </p:nvSpPr>
            <p:spPr>
              <a:xfrm>
                <a:off x="4671750" y="3489575"/>
                <a:ext cx="101500" cy="16225"/>
              </a:xfrm>
              <a:custGeom>
                <a:avLst/>
                <a:gdLst/>
                <a:ahLst/>
                <a:cxnLst/>
                <a:rect l="l" t="t" r="r" b="b"/>
                <a:pathLst>
                  <a:path w="4060" h="649" extrusionOk="0">
                    <a:moveTo>
                      <a:pt x="324" y="1"/>
                    </a:moveTo>
                    <a:cubicBezTo>
                      <a:pt x="144" y="1"/>
                      <a:pt x="0" y="146"/>
                      <a:pt x="0" y="324"/>
                    </a:cubicBezTo>
                    <a:cubicBezTo>
                      <a:pt x="0" y="504"/>
                      <a:pt x="144" y="648"/>
                      <a:pt x="324" y="648"/>
                    </a:cubicBezTo>
                    <a:lnTo>
                      <a:pt x="3736" y="648"/>
                    </a:lnTo>
                    <a:cubicBezTo>
                      <a:pt x="3916" y="648"/>
                      <a:pt x="4060" y="505"/>
                      <a:pt x="4060" y="324"/>
                    </a:cubicBezTo>
                    <a:cubicBezTo>
                      <a:pt x="4060" y="146"/>
                      <a:pt x="3916" y="1"/>
                      <a:pt x="37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551" name="Google Shape;551;p37"/>
              <p:cNvSpPr/>
              <p:nvPr/>
            </p:nvSpPr>
            <p:spPr>
              <a:xfrm>
                <a:off x="4714350" y="3446925"/>
                <a:ext cx="16225" cy="101550"/>
              </a:xfrm>
              <a:custGeom>
                <a:avLst/>
                <a:gdLst/>
                <a:ahLst/>
                <a:cxnLst/>
                <a:rect l="l" t="t" r="r" b="b"/>
                <a:pathLst>
                  <a:path w="649" h="4062" extrusionOk="0">
                    <a:moveTo>
                      <a:pt x="325" y="1"/>
                    </a:moveTo>
                    <a:cubicBezTo>
                      <a:pt x="146" y="1"/>
                      <a:pt x="1" y="146"/>
                      <a:pt x="1" y="324"/>
                    </a:cubicBezTo>
                    <a:lnTo>
                      <a:pt x="1" y="3738"/>
                    </a:lnTo>
                    <a:cubicBezTo>
                      <a:pt x="1" y="3917"/>
                      <a:pt x="146" y="4062"/>
                      <a:pt x="325" y="4062"/>
                    </a:cubicBezTo>
                    <a:cubicBezTo>
                      <a:pt x="506" y="4062"/>
                      <a:pt x="648" y="3917"/>
                      <a:pt x="648" y="3738"/>
                    </a:cubicBezTo>
                    <a:lnTo>
                      <a:pt x="648" y="324"/>
                    </a:lnTo>
                    <a:cubicBezTo>
                      <a:pt x="648" y="146"/>
                      <a:pt x="504" y="1"/>
                      <a:pt x="3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grpSp>
        <p:grpSp>
          <p:nvGrpSpPr>
            <p:cNvPr id="552" name="Google Shape;552;p37"/>
            <p:cNvGrpSpPr/>
            <p:nvPr/>
          </p:nvGrpSpPr>
          <p:grpSpPr>
            <a:xfrm>
              <a:off x="3710742" y="4365647"/>
              <a:ext cx="108950" cy="109004"/>
              <a:chOff x="4671750" y="3446925"/>
              <a:chExt cx="101500" cy="101550"/>
            </a:xfrm>
          </p:grpSpPr>
          <p:sp>
            <p:nvSpPr>
              <p:cNvPr id="553" name="Google Shape;553;p37"/>
              <p:cNvSpPr/>
              <p:nvPr/>
            </p:nvSpPr>
            <p:spPr>
              <a:xfrm>
                <a:off x="4671750" y="3489575"/>
                <a:ext cx="101500" cy="16225"/>
              </a:xfrm>
              <a:custGeom>
                <a:avLst/>
                <a:gdLst/>
                <a:ahLst/>
                <a:cxnLst/>
                <a:rect l="l" t="t" r="r" b="b"/>
                <a:pathLst>
                  <a:path w="4060" h="649" extrusionOk="0">
                    <a:moveTo>
                      <a:pt x="324" y="1"/>
                    </a:moveTo>
                    <a:cubicBezTo>
                      <a:pt x="144" y="1"/>
                      <a:pt x="0" y="146"/>
                      <a:pt x="0" y="324"/>
                    </a:cubicBezTo>
                    <a:cubicBezTo>
                      <a:pt x="0" y="504"/>
                      <a:pt x="144" y="648"/>
                      <a:pt x="324" y="648"/>
                    </a:cubicBezTo>
                    <a:lnTo>
                      <a:pt x="3736" y="648"/>
                    </a:lnTo>
                    <a:cubicBezTo>
                      <a:pt x="3916" y="648"/>
                      <a:pt x="4060" y="505"/>
                      <a:pt x="4060" y="324"/>
                    </a:cubicBezTo>
                    <a:cubicBezTo>
                      <a:pt x="4060" y="146"/>
                      <a:pt x="3916" y="1"/>
                      <a:pt x="37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554" name="Google Shape;554;p37"/>
              <p:cNvSpPr/>
              <p:nvPr/>
            </p:nvSpPr>
            <p:spPr>
              <a:xfrm>
                <a:off x="4714350" y="3446925"/>
                <a:ext cx="16225" cy="101550"/>
              </a:xfrm>
              <a:custGeom>
                <a:avLst/>
                <a:gdLst/>
                <a:ahLst/>
                <a:cxnLst/>
                <a:rect l="l" t="t" r="r" b="b"/>
                <a:pathLst>
                  <a:path w="649" h="4062" extrusionOk="0">
                    <a:moveTo>
                      <a:pt x="325" y="1"/>
                    </a:moveTo>
                    <a:cubicBezTo>
                      <a:pt x="146" y="1"/>
                      <a:pt x="1" y="146"/>
                      <a:pt x="1" y="324"/>
                    </a:cubicBezTo>
                    <a:lnTo>
                      <a:pt x="1" y="3738"/>
                    </a:lnTo>
                    <a:cubicBezTo>
                      <a:pt x="1" y="3917"/>
                      <a:pt x="146" y="4062"/>
                      <a:pt x="325" y="4062"/>
                    </a:cubicBezTo>
                    <a:cubicBezTo>
                      <a:pt x="506" y="4062"/>
                      <a:pt x="648" y="3917"/>
                      <a:pt x="648" y="3738"/>
                    </a:cubicBezTo>
                    <a:lnTo>
                      <a:pt x="648" y="324"/>
                    </a:lnTo>
                    <a:cubicBezTo>
                      <a:pt x="648" y="146"/>
                      <a:pt x="504" y="1"/>
                      <a:pt x="3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grpSp>
        <p:grpSp>
          <p:nvGrpSpPr>
            <p:cNvPr id="555" name="Google Shape;555;p37"/>
            <p:cNvGrpSpPr/>
            <p:nvPr/>
          </p:nvGrpSpPr>
          <p:grpSpPr>
            <a:xfrm>
              <a:off x="1599214" y="911144"/>
              <a:ext cx="702702" cy="759810"/>
              <a:chOff x="1225731" y="1081337"/>
              <a:chExt cx="786548" cy="850470"/>
            </a:xfrm>
          </p:grpSpPr>
          <p:sp>
            <p:nvSpPr>
              <p:cNvPr id="556" name="Google Shape;556;p37"/>
              <p:cNvSpPr/>
              <p:nvPr/>
            </p:nvSpPr>
            <p:spPr>
              <a:xfrm>
                <a:off x="1477388" y="1081337"/>
                <a:ext cx="283235" cy="850470"/>
              </a:xfrm>
              <a:custGeom>
                <a:avLst/>
                <a:gdLst/>
                <a:ahLst/>
                <a:cxnLst/>
                <a:rect l="l" t="t" r="r" b="b"/>
                <a:pathLst>
                  <a:path w="6673" h="20037" extrusionOk="0">
                    <a:moveTo>
                      <a:pt x="3337" y="307"/>
                    </a:moveTo>
                    <a:cubicBezTo>
                      <a:pt x="4980" y="307"/>
                      <a:pt x="6368" y="4754"/>
                      <a:pt x="6368" y="10017"/>
                    </a:cubicBezTo>
                    <a:cubicBezTo>
                      <a:pt x="6368" y="15282"/>
                      <a:pt x="4979" y="19729"/>
                      <a:pt x="3337" y="19729"/>
                    </a:cubicBezTo>
                    <a:cubicBezTo>
                      <a:pt x="1694" y="19729"/>
                      <a:pt x="305" y="15282"/>
                      <a:pt x="305" y="10019"/>
                    </a:cubicBezTo>
                    <a:cubicBezTo>
                      <a:pt x="305" y="4754"/>
                      <a:pt x="1694" y="307"/>
                      <a:pt x="3337" y="307"/>
                    </a:cubicBezTo>
                    <a:close/>
                    <a:moveTo>
                      <a:pt x="3337" y="1"/>
                    </a:moveTo>
                    <a:cubicBezTo>
                      <a:pt x="1465" y="1"/>
                      <a:pt x="0" y="4401"/>
                      <a:pt x="0" y="10020"/>
                    </a:cubicBezTo>
                    <a:cubicBezTo>
                      <a:pt x="0" y="15636"/>
                      <a:pt x="1465" y="20037"/>
                      <a:pt x="3337" y="20037"/>
                    </a:cubicBezTo>
                    <a:cubicBezTo>
                      <a:pt x="5208" y="20037"/>
                      <a:pt x="6673" y="15636"/>
                      <a:pt x="6673" y="10020"/>
                    </a:cubicBezTo>
                    <a:cubicBezTo>
                      <a:pt x="6673" y="4401"/>
                      <a:pt x="5208" y="1"/>
                      <a:pt x="3337"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557" name="Google Shape;557;p37"/>
              <p:cNvSpPr/>
              <p:nvPr/>
            </p:nvSpPr>
            <p:spPr>
              <a:xfrm>
                <a:off x="1225774" y="1269071"/>
                <a:ext cx="786506" cy="474917"/>
              </a:xfrm>
              <a:custGeom>
                <a:avLst/>
                <a:gdLst/>
                <a:ahLst/>
                <a:cxnLst/>
                <a:rect l="l" t="t" r="r" b="b"/>
                <a:pathLst>
                  <a:path w="18530" h="11189" extrusionOk="0">
                    <a:moveTo>
                      <a:pt x="15942" y="307"/>
                    </a:moveTo>
                    <a:cubicBezTo>
                      <a:pt x="16916" y="307"/>
                      <a:pt x="17577" y="547"/>
                      <a:pt x="17826" y="1006"/>
                    </a:cubicBezTo>
                    <a:cubicBezTo>
                      <a:pt x="18188" y="1682"/>
                      <a:pt x="17656" y="2838"/>
                      <a:pt x="16367" y="4176"/>
                    </a:cubicBezTo>
                    <a:cubicBezTo>
                      <a:pt x="15020" y="5575"/>
                      <a:pt x="13008" y="7027"/>
                      <a:pt x="10699" y="8265"/>
                    </a:cubicBezTo>
                    <a:cubicBezTo>
                      <a:pt x="8391" y="9502"/>
                      <a:pt x="6066" y="10375"/>
                      <a:pt x="4156" y="10723"/>
                    </a:cubicBezTo>
                    <a:cubicBezTo>
                      <a:pt x="3573" y="10829"/>
                      <a:pt x="3047" y="10881"/>
                      <a:pt x="2591" y="10881"/>
                    </a:cubicBezTo>
                    <a:cubicBezTo>
                      <a:pt x="1616" y="10881"/>
                      <a:pt x="954" y="10643"/>
                      <a:pt x="708" y="10182"/>
                    </a:cubicBezTo>
                    <a:cubicBezTo>
                      <a:pt x="346" y="9507"/>
                      <a:pt x="878" y="8351"/>
                      <a:pt x="2167" y="7012"/>
                    </a:cubicBezTo>
                    <a:cubicBezTo>
                      <a:pt x="3512" y="5614"/>
                      <a:pt x="5524" y="4161"/>
                      <a:pt x="7835" y="2923"/>
                    </a:cubicBezTo>
                    <a:cubicBezTo>
                      <a:pt x="10142" y="1686"/>
                      <a:pt x="12468" y="813"/>
                      <a:pt x="14378" y="465"/>
                    </a:cubicBezTo>
                    <a:cubicBezTo>
                      <a:pt x="14959" y="360"/>
                      <a:pt x="15485" y="307"/>
                      <a:pt x="15942" y="307"/>
                    </a:cubicBezTo>
                    <a:close/>
                    <a:moveTo>
                      <a:pt x="15939" y="1"/>
                    </a:moveTo>
                    <a:cubicBezTo>
                      <a:pt x="15464" y="1"/>
                      <a:pt x="14923" y="55"/>
                      <a:pt x="14323" y="164"/>
                    </a:cubicBezTo>
                    <a:cubicBezTo>
                      <a:pt x="12381" y="518"/>
                      <a:pt x="10026" y="1401"/>
                      <a:pt x="7690" y="2654"/>
                    </a:cubicBezTo>
                    <a:cubicBezTo>
                      <a:pt x="5354" y="3908"/>
                      <a:pt x="3313" y="5379"/>
                      <a:pt x="1943" y="6800"/>
                    </a:cubicBezTo>
                    <a:cubicBezTo>
                      <a:pt x="536" y="8263"/>
                      <a:pt x="1" y="9516"/>
                      <a:pt x="436" y="10328"/>
                    </a:cubicBezTo>
                    <a:cubicBezTo>
                      <a:pt x="742" y="10896"/>
                      <a:pt x="1488" y="11189"/>
                      <a:pt x="2592" y="11189"/>
                    </a:cubicBezTo>
                    <a:cubicBezTo>
                      <a:pt x="3066" y="11189"/>
                      <a:pt x="3607" y="11136"/>
                      <a:pt x="4209" y="11024"/>
                    </a:cubicBezTo>
                    <a:cubicBezTo>
                      <a:pt x="6150" y="10670"/>
                      <a:pt x="8506" y="9787"/>
                      <a:pt x="10842" y="8533"/>
                    </a:cubicBezTo>
                    <a:cubicBezTo>
                      <a:pt x="13178" y="7281"/>
                      <a:pt x="15219" y="5810"/>
                      <a:pt x="16587" y="4387"/>
                    </a:cubicBezTo>
                    <a:cubicBezTo>
                      <a:pt x="17995" y="2925"/>
                      <a:pt x="18530" y="1673"/>
                      <a:pt x="18094" y="860"/>
                    </a:cubicBezTo>
                    <a:cubicBezTo>
                      <a:pt x="17791" y="293"/>
                      <a:pt x="17044" y="1"/>
                      <a:pt x="15939" y="1"/>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558" name="Google Shape;558;p37"/>
              <p:cNvSpPr/>
              <p:nvPr/>
            </p:nvSpPr>
            <p:spPr>
              <a:xfrm>
                <a:off x="1225731" y="1269071"/>
                <a:ext cx="786506" cy="474917"/>
              </a:xfrm>
              <a:custGeom>
                <a:avLst/>
                <a:gdLst/>
                <a:ahLst/>
                <a:cxnLst/>
                <a:rect l="l" t="t" r="r" b="b"/>
                <a:pathLst>
                  <a:path w="18530" h="11189" extrusionOk="0">
                    <a:moveTo>
                      <a:pt x="2590" y="307"/>
                    </a:moveTo>
                    <a:cubicBezTo>
                      <a:pt x="3046" y="307"/>
                      <a:pt x="3571" y="360"/>
                      <a:pt x="4152" y="465"/>
                    </a:cubicBezTo>
                    <a:cubicBezTo>
                      <a:pt x="6064" y="813"/>
                      <a:pt x="8388" y="1686"/>
                      <a:pt x="10695" y="2923"/>
                    </a:cubicBezTo>
                    <a:cubicBezTo>
                      <a:pt x="13004" y="4161"/>
                      <a:pt x="15018" y="5612"/>
                      <a:pt x="16365" y="7012"/>
                    </a:cubicBezTo>
                    <a:cubicBezTo>
                      <a:pt x="17652" y="8351"/>
                      <a:pt x="18184" y="9505"/>
                      <a:pt x="17822" y="10182"/>
                    </a:cubicBezTo>
                    <a:cubicBezTo>
                      <a:pt x="17576" y="10643"/>
                      <a:pt x="16914" y="10881"/>
                      <a:pt x="15939" y="10881"/>
                    </a:cubicBezTo>
                    <a:cubicBezTo>
                      <a:pt x="15483" y="10881"/>
                      <a:pt x="14957" y="10829"/>
                      <a:pt x="14374" y="10723"/>
                    </a:cubicBezTo>
                    <a:cubicBezTo>
                      <a:pt x="12464" y="10375"/>
                      <a:pt x="10140" y="9502"/>
                      <a:pt x="7831" y="8265"/>
                    </a:cubicBezTo>
                    <a:cubicBezTo>
                      <a:pt x="5524" y="7026"/>
                      <a:pt x="3510" y="5576"/>
                      <a:pt x="2163" y="4176"/>
                    </a:cubicBezTo>
                    <a:cubicBezTo>
                      <a:pt x="874" y="2838"/>
                      <a:pt x="342" y="1682"/>
                      <a:pt x="706" y="1006"/>
                    </a:cubicBezTo>
                    <a:cubicBezTo>
                      <a:pt x="951" y="544"/>
                      <a:pt x="1614" y="307"/>
                      <a:pt x="2590" y="307"/>
                    </a:cubicBezTo>
                    <a:close/>
                    <a:moveTo>
                      <a:pt x="2592" y="1"/>
                    </a:moveTo>
                    <a:cubicBezTo>
                      <a:pt x="1487" y="1"/>
                      <a:pt x="741" y="293"/>
                      <a:pt x="436" y="860"/>
                    </a:cubicBezTo>
                    <a:cubicBezTo>
                      <a:pt x="0" y="1673"/>
                      <a:pt x="535" y="2925"/>
                      <a:pt x="1943" y="4387"/>
                    </a:cubicBezTo>
                    <a:cubicBezTo>
                      <a:pt x="3313" y="5810"/>
                      <a:pt x="5352" y="7281"/>
                      <a:pt x="7688" y="8533"/>
                    </a:cubicBezTo>
                    <a:cubicBezTo>
                      <a:pt x="10024" y="9787"/>
                      <a:pt x="12380" y="10672"/>
                      <a:pt x="14323" y="11024"/>
                    </a:cubicBezTo>
                    <a:cubicBezTo>
                      <a:pt x="14923" y="11133"/>
                      <a:pt x="15464" y="11189"/>
                      <a:pt x="15938" y="11189"/>
                    </a:cubicBezTo>
                    <a:cubicBezTo>
                      <a:pt x="17043" y="11189"/>
                      <a:pt x="17791" y="10896"/>
                      <a:pt x="18094" y="10328"/>
                    </a:cubicBezTo>
                    <a:cubicBezTo>
                      <a:pt x="18529" y="9516"/>
                      <a:pt x="17994" y="8262"/>
                      <a:pt x="16587" y="6800"/>
                    </a:cubicBezTo>
                    <a:cubicBezTo>
                      <a:pt x="15217" y="5379"/>
                      <a:pt x="13177" y="3908"/>
                      <a:pt x="10841" y="2654"/>
                    </a:cubicBezTo>
                    <a:cubicBezTo>
                      <a:pt x="8505" y="1401"/>
                      <a:pt x="6149" y="517"/>
                      <a:pt x="4207" y="164"/>
                    </a:cubicBezTo>
                    <a:cubicBezTo>
                      <a:pt x="3607" y="55"/>
                      <a:pt x="3066" y="1"/>
                      <a:pt x="259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559" name="Google Shape;559;p37"/>
              <p:cNvSpPr/>
              <p:nvPr/>
            </p:nvSpPr>
            <p:spPr>
              <a:xfrm>
                <a:off x="1799460" y="1243646"/>
                <a:ext cx="76656" cy="76613"/>
              </a:xfrm>
              <a:custGeom>
                <a:avLst/>
                <a:gdLst/>
                <a:ahLst/>
                <a:cxnLst/>
                <a:rect l="l" t="t" r="r" b="b"/>
                <a:pathLst>
                  <a:path w="1806" h="1805" extrusionOk="0">
                    <a:moveTo>
                      <a:pt x="904" y="0"/>
                    </a:moveTo>
                    <a:cubicBezTo>
                      <a:pt x="403" y="0"/>
                      <a:pt x="1" y="404"/>
                      <a:pt x="1" y="902"/>
                    </a:cubicBezTo>
                    <a:cubicBezTo>
                      <a:pt x="1" y="1402"/>
                      <a:pt x="403" y="1804"/>
                      <a:pt x="904" y="1804"/>
                    </a:cubicBezTo>
                    <a:cubicBezTo>
                      <a:pt x="1403" y="1804"/>
                      <a:pt x="1805" y="1399"/>
                      <a:pt x="1805" y="902"/>
                    </a:cubicBezTo>
                    <a:cubicBezTo>
                      <a:pt x="1805" y="404"/>
                      <a:pt x="1401" y="0"/>
                      <a:pt x="90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560" name="Google Shape;560;p37"/>
              <p:cNvSpPr/>
              <p:nvPr/>
            </p:nvSpPr>
            <p:spPr>
              <a:xfrm>
                <a:off x="1761175" y="1685754"/>
                <a:ext cx="76656" cy="76613"/>
              </a:xfrm>
              <a:custGeom>
                <a:avLst/>
                <a:gdLst/>
                <a:ahLst/>
                <a:cxnLst/>
                <a:rect l="l" t="t" r="r" b="b"/>
                <a:pathLst>
                  <a:path w="1806" h="1805" extrusionOk="0">
                    <a:moveTo>
                      <a:pt x="903" y="0"/>
                    </a:moveTo>
                    <a:cubicBezTo>
                      <a:pt x="404" y="0"/>
                      <a:pt x="0" y="406"/>
                      <a:pt x="0" y="903"/>
                    </a:cubicBezTo>
                    <a:cubicBezTo>
                      <a:pt x="0" y="1402"/>
                      <a:pt x="404" y="1804"/>
                      <a:pt x="903" y="1804"/>
                    </a:cubicBezTo>
                    <a:cubicBezTo>
                      <a:pt x="1402" y="1804"/>
                      <a:pt x="1806" y="1402"/>
                      <a:pt x="1806" y="903"/>
                    </a:cubicBezTo>
                    <a:cubicBezTo>
                      <a:pt x="1806" y="403"/>
                      <a:pt x="1402" y="0"/>
                      <a:pt x="9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561" name="Google Shape;561;p37"/>
              <p:cNvSpPr/>
              <p:nvPr/>
            </p:nvSpPr>
            <p:spPr>
              <a:xfrm>
                <a:off x="1492031" y="1143476"/>
                <a:ext cx="76613" cy="76656"/>
              </a:xfrm>
              <a:custGeom>
                <a:avLst/>
                <a:gdLst/>
                <a:ahLst/>
                <a:cxnLst/>
                <a:rect l="l" t="t" r="r" b="b"/>
                <a:pathLst>
                  <a:path w="1805" h="1806" extrusionOk="0">
                    <a:moveTo>
                      <a:pt x="902" y="0"/>
                    </a:moveTo>
                    <a:cubicBezTo>
                      <a:pt x="403" y="0"/>
                      <a:pt x="1" y="404"/>
                      <a:pt x="1" y="903"/>
                    </a:cubicBezTo>
                    <a:cubicBezTo>
                      <a:pt x="1" y="1402"/>
                      <a:pt x="404" y="1806"/>
                      <a:pt x="902" y="1806"/>
                    </a:cubicBezTo>
                    <a:cubicBezTo>
                      <a:pt x="1402" y="1806"/>
                      <a:pt x="1805" y="1400"/>
                      <a:pt x="1805" y="903"/>
                    </a:cubicBezTo>
                    <a:cubicBezTo>
                      <a:pt x="1805" y="404"/>
                      <a:pt x="1399" y="2"/>
                      <a:pt x="9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562" name="Google Shape;562;p37"/>
              <p:cNvSpPr/>
              <p:nvPr/>
            </p:nvSpPr>
            <p:spPr>
              <a:xfrm>
                <a:off x="1562066" y="1449674"/>
                <a:ext cx="113795" cy="113880"/>
              </a:xfrm>
              <a:custGeom>
                <a:avLst/>
                <a:gdLst/>
                <a:ahLst/>
                <a:cxnLst/>
                <a:rect l="l" t="t" r="r" b="b"/>
                <a:pathLst>
                  <a:path w="2681" h="2683" extrusionOk="0">
                    <a:moveTo>
                      <a:pt x="1342" y="305"/>
                    </a:moveTo>
                    <a:cubicBezTo>
                      <a:pt x="1912" y="305"/>
                      <a:pt x="2376" y="769"/>
                      <a:pt x="2376" y="1341"/>
                    </a:cubicBezTo>
                    <a:cubicBezTo>
                      <a:pt x="2376" y="1910"/>
                      <a:pt x="1912" y="2375"/>
                      <a:pt x="1342" y="2375"/>
                    </a:cubicBezTo>
                    <a:cubicBezTo>
                      <a:pt x="771" y="2375"/>
                      <a:pt x="307" y="1910"/>
                      <a:pt x="307" y="1341"/>
                    </a:cubicBezTo>
                    <a:cubicBezTo>
                      <a:pt x="307" y="769"/>
                      <a:pt x="771" y="305"/>
                      <a:pt x="1342" y="305"/>
                    </a:cubicBezTo>
                    <a:close/>
                    <a:moveTo>
                      <a:pt x="1342" y="1"/>
                    </a:moveTo>
                    <a:cubicBezTo>
                      <a:pt x="601" y="1"/>
                      <a:pt x="1" y="604"/>
                      <a:pt x="1" y="1342"/>
                    </a:cubicBezTo>
                    <a:cubicBezTo>
                      <a:pt x="1" y="2081"/>
                      <a:pt x="604" y="2682"/>
                      <a:pt x="1342" y="2682"/>
                    </a:cubicBezTo>
                    <a:cubicBezTo>
                      <a:pt x="2081" y="2682"/>
                      <a:pt x="2681" y="2079"/>
                      <a:pt x="2681" y="1342"/>
                    </a:cubicBezTo>
                    <a:cubicBezTo>
                      <a:pt x="2681" y="602"/>
                      <a:pt x="2082" y="1"/>
                      <a:pt x="134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p47"/>
          <p:cNvSpPr txBox="1">
            <a:spLocks noGrp="1"/>
          </p:cNvSpPr>
          <p:nvPr>
            <p:ph type="title"/>
          </p:nvPr>
        </p:nvSpPr>
        <p:spPr>
          <a:xfrm>
            <a:off x="720000" y="540000"/>
            <a:ext cx="7704000" cy="564300"/>
          </a:xfrm>
          <a:prstGeom prst="rect">
            <a:avLst/>
          </a:prstGeom>
        </p:spPr>
        <p:txBody>
          <a:bodyPr spcFirstLastPara="1" wrap="square" lIns="91425" tIns="91425" rIns="91425" bIns="91425" anchor="ctr" anchorCtr="0">
            <a:noAutofit/>
          </a:bodyPr>
          <a:lstStyle/>
          <a:p>
            <a:pPr lvl="0"/>
            <a:r>
              <a:rPr lang="fr-FR" dirty="0">
                <a:effectLst>
                  <a:outerShdw blurRad="38100" dist="38100" dir="2700000" algn="tl">
                    <a:srgbClr val="000000">
                      <a:alpha val="43137"/>
                    </a:srgbClr>
                  </a:outerShdw>
                </a:effectLst>
              </a:rPr>
              <a:t>ANALYSE DES STRUCTURES</a:t>
            </a:r>
            <a:endParaRPr dirty="0">
              <a:effectLst>
                <a:outerShdw blurRad="38100" dist="38100" dir="2700000" algn="tl">
                  <a:srgbClr val="000000">
                    <a:alpha val="43137"/>
                  </a:srgbClr>
                </a:outerShdw>
              </a:effectLst>
            </a:endParaRPr>
          </a:p>
        </p:txBody>
      </p:sp>
      <p:sp>
        <p:nvSpPr>
          <p:cNvPr id="999" name="Google Shape;999;p47"/>
          <p:cNvSpPr txBox="1">
            <a:spLocks noGrp="1"/>
          </p:cNvSpPr>
          <p:nvPr>
            <p:ph type="subTitle" idx="4294967295"/>
          </p:nvPr>
        </p:nvSpPr>
        <p:spPr>
          <a:xfrm>
            <a:off x="4912398" y="2099976"/>
            <a:ext cx="4045559" cy="1837921"/>
          </a:xfrm>
          <a:prstGeom prst="rect">
            <a:avLst/>
          </a:prstGeom>
          <a:effectLst>
            <a:outerShdw blurRad="50800" dist="38100" dir="2700000" algn="tl" rotWithShape="0">
              <a:prstClr val="black">
                <a:alpha val="40000"/>
              </a:prstClr>
            </a:outerShdw>
          </a:effectLst>
        </p:spPr>
        <p:txBody>
          <a:bodyPr spcFirstLastPara="1" wrap="square" lIns="91425" tIns="91425" rIns="91425" bIns="91425" anchor="t" anchorCtr="0">
            <a:noAutofit/>
          </a:bodyPr>
          <a:lstStyle/>
          <a:p>
            <a:pPr marL="285750" indent="-285750">
              <a:spcAft>
                <a:spcPts val="1600"/>
              </a:spcAft>
            </a:pPr>
            <a:r>
              <a:rPr lang="en" dirty="0">
                <a:effectLst>
                  <a:outerShdw blurRad="38100" dist="38100" dir="2700000" algn="tl">
                    <a:srgbClr val="000000">
                      <a:alpha val="43137"/>
                    </a:srgbClr>
                  </a:outerShdw>
                </a:effectLst>
              </a:rPr>
              <a:t>Stockage des informations des clients et véhicules</a:t>
            </a:r>
          </a:p>
          <a:p>
            <a:pPr marL="285750" indent="-285750">
              <a:spcAft>
                <a:spcPts val="1600"/>
              </a:spcAft>
            </a:pPr>
            <a:r>
              <a:rPr lang="en" dirty="0">
                <a:effectLst>
                  <a:outerShdw blurRad="38100" dist="38100" dir="2700000" algn="tl">
                    <a:srgbClr val="000000">
                      <a:alpha val="43137"/>
                    </a:srgbClr>
                  </a:outerShdw>
                </a:effectLst>
              </a:rPr>
              <a:t>Organisation des données dans une seule structure</a:t>
            </a:r>
          </a:p>
          <a:p>
            <a:pPr marL="285750" indent="-285750">
              <a:spcAft>
                <a:spcPts val="1600"/>
              </a:spcAft>
            </a:pPr>
            <a:r>
              <a:rPr lang="en" dirty="0">
                <a:effectLst>
                  <a:outerShdw blurRad="38100" dist="38100" dir="2700000" algn="tl">
                    <a:srgbClr val="000000">
                      <a:alpha val="43137"/>
                    </a:srgbClr>
                  </a:outerShdw>
                </a:effectLst>
              </a:rPr>
              <a:t>Utilisation des pointeurs pour faciliter la gestion</a:t>
            </a:r>
            <a:endParaRPr dirty="0">
              <a:effectLst>
                <a:outerShdw blurRad="38100" dist="38100" dir="2700000" algn="tl">
                  <a:srgbClr val="000000">
                    <a:alpha val="43137"/>
                  </a:srgbClr>
                </a:outerShdw>
              </a:effectLst>
            </a:endParaRPr>
          </a:p>
        </p:txBody>
      </p:sp>
      <p:pic>
        <p:nvPicPr>
          <p:cNvPr id="5" name="Picture 4">
            <a:extLst>
              <a:ext uri="{FF2B5EF4-FFF2-40B4-BE49-F238E27FC236}">
                <a16:creationId xmlns:a16="http://schemas.microsoft.com/office/drawing/2014/main" id="{D5776DC0-861D-4DEC-6C86-EA91F4683877}"/>
              </a:ext>
            </a:extLst>
          </p:cNvPr>
          <p:cNvPicPr>
            <a:picLocks noChangeAspect="1"/>
          </p:cNvPicPr>
          <p:nvPr/>
        </p:nvPicPr>
        <p:blipFill>
          <a:blip r:embed="rId3"/>
          <a:stretch>
            <a:fillRect/>
          </a:stretch>
        </p:blipFill>
        <p:spPr>
          <a:xfrm>
            <a:off x="790047" y="1690013"/>
            <a:ext cx="3781953" cy="2657846"/>
          </a:xfrm>
          <a:prstGeom prst="rect">
            <a:avLst/>
          </a:prstGeom>
          <a:ln w="12700">
            <a:solidFill>
              <a:schemeClr val="accent4"/>
            </a:solidFill>
          </a:ln>
          <a:effectLst>
            <a:outerShdw blurRad="50800" dist="38100" dir="2700000" algn="tl" rotWithShape="0">
              <a:prstClr val="black">
                <a:alpha val="40000"/>
              </a:prst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FC6DE-BA95-73CD-E884-4BE56698837E}"/>
              </a:ext>
            </a:extLst>
          </p:cNvPr>
          <p:cNvSpPr>
            <a:spLocks noGrp="1"/>
          </p:cNvSpPr>
          <p:nvPr>
            <p:ph type="title"/>
          </p:nvPr>
        </p:nvSpPr>
        <p:spPr/>
        <p:txBody>
          <a:bodyPr/>
          <a:lstStyle/>
          <a:p>
            <a:r>
              <a:rPr lang="fr-FR" dirty="0">
                <a:effectLst>
                  <a:outerShdw blurRad="38100" dist="38100" dir="2700000" algn="tl">
                    <a:srgbClr val="000000">
                      <a:alpha val="43137"/>
                    </a:srgbClr>
                  </a:outerShdw>
                </a:effectLst>
              </a:rPr>
              <a:t>ANALYSE </a:t>
            </a:r>
            <a:r>
              <a:rPr lang="fr-FR" dirty="0">
                <a:solidFill>
                  <a:schemeClr val="accent4"/>
                </a:solidFill>
                <a:effectLst>
                  <a:outerShdw blurRad="38100" dist="38100" dir="2700000" algn="tl">
                    <a:srgbClr val="000000">
                      <a:alpha val="43137"/>
                    </a:srgbClr>
                  </a:outerShdw>
                </a:effectLst>
              </a:rPr>
              <a:t>DES TARIFS</a:t>
            </a:r>
            <a:r>
              <a:rPr lang="fr-FR" dirty="0">
                <a:effectLst>
                  <a:outerShdw blurRad="38100" dist="38100" dir="2700000" algn="tl">
                    <a:srgbClr val="000000">
                      <a:alpha val="43137"/>
                    </a:srgbClr>
                  </a:outerShdw>
                </a:effectLst>
              </a:rPr>
              <a:t> </a:t>
            </a:r>
            <a:endParaRPr lang="en-US" dirty="0">
              <a:effectLst>
                <a:outerShdw blurRad="38100" dist="38100" dir="2700000" algn="tl">
                  <a:srgbClr val="000000">
                    <a:alpha val="43137"/>
                  </a:srgbClr>
                </a:outerShdw>
              </a:effectLst>
            </a:endParaRPr>
          </a:p>
        </p:txBody>
      </p:sp>
      <p:sp>
        <p:nvSpPr>
          <p:cNvPr id="5" name="Google Shape;999;p47">
            <a:extLst>
              <a:ext uri="{FF2B5EF4-FFF2-40B4-BE49-F238E27FC236}">
                <a16:creationId xmlns:a16="http://schemas.microsoft.com/office/drawing/2014/main" id="{826E46B8-73F2-1356-461A-6C44069ED73E}"/>
              </a:ext>
            </a:extLst>
          </p:cNvPr>
          <p:cNvSpPr txBox="1">
            <a:spLocks/>
          </p:cNvSpPr>
          <p:nvPr/>
        </p:nvSpPr>
        <p:spPr>
          <a:xfrm>
            <a:off x="5855337" y="2031401"/>
            <a:ext cx="3057321" cy="2108299"/>
          </a:xfrm>
          <a:prstGeom prst="rect">
            <a:avLst/>
          </a:prstGeom>
          <a:noFill/>
          <a:ln>
            <a:noFill/>
          </a:ln>
          <a:effectLst>
            <a:outerShdw blurRad="50800" dist="38100" dir="2700000" algn="tl"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1pPr>
            <a:lvl2pPr marL="914400" marR="0" lvl="1"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2pPr>
            <a:lvl3pPr marL="1371600" marR="0" lvl="2"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3pPr>
            <a:lvl4pPr marL="1828800" marR="0" lvl="3"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4pPr>
            <a:lvl5pPr marL="2286000" marR="0" lvl="4"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5pPr>
            <a:lvl6pPr marL="2743200" marR="0" lvl="5"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6pPr>
            <a:lvl7pPr marL="3200400" marR="0" lvl="6"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7pPr>
            <a:lvl8pPr marL="3657600" marR="0" lvl="7"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8pPr>
            <a:lvl9pPr marL="4114800" marR="0" lvl="8" indent="-317500" algn="l" rtl="0">
              <a:lnSpc>
                <a:spcPct val="100000"/>
              </a:lnSpc>
              <a:spcBef>
                <a:spcPts val="1600"/>
              </a:spcBef>
              <a:spcAft>
                <a:spcPts val="160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9pPr>
          </a:lstStyle>
          <a:p>
            <a:pPr marL="285750" indent="-285750">
              <a:spcAft>
                <a:spcPts val="1600"/>
              </a:spcAft>
            </a:pPr>
            <a:r>
              <a:rPr lang="fr-FR" dirty="0">
                <a:effectLst>
                  <a:outerShdw blurRad="38100" dist="38100" dir="2700000" algn="tl">
                    <a:srgbClr val="000000">
                      <a:alpha val="43137"/>
                    </a:srgbClr>
                  </a:outerShdw>
                </a:effectLst>
              </a:rPr>
              <a:t>Attribution automatique des tarifs</a:t>
            </a:r>
          </a:p>
          <a:p>
            <a:pPr marL="285750" indent="-285750">
              <a:spcAft>
                <a:spcPts val="1600"/>
              </a:spcAft>
            </a:pPr>
            <a:r>
              <a:rPr lang="fr-FR" dirty="0">
                <a:effectLst>
                  <a:outerShdw blurRad="38100" dist="38100" dir="2700000" algn="tl">
                    <a:srgbClr val="000000">
                      <a:alpha val="43137"/>
                    </a:srgbClr>
                  </a:outerShdw>
                </a:effectLst>
              </a:rPr>
              <a:t>Gestion des catégories:                           - Économique                                              - Standard                                               - Luxe</a:t>
            </a:r>
          </a:p>
          <a:p>
            <a:pPr marL="285750" indent="-285750">
              <a:spcAft>
                <a:spcPts val="1600"/>
              </a:spcAft>
            </a:pPr>
            <a:r>
              <a:rPr lang="fr-FR" dirty="0">
                <a:effectLst>
                  <a:outerShdw blurRad="38100" dist="38100" dir="2700000" algn="tl">
                    <a:srgbClr val="000000">
                      <a:alpha val="43137"/>
                    </a:srgbClr>
                  </a:outerShdw>
                </a:effectLst>
              </a:rPr>
              <a:t>Définition de l’assurance selon la catégorie</a:t>
            </a:r>
          </a:p>
          <a:p>
            <a:pPr marL="0" indent="0">
              <a:spcAft>
                <a:spcPts val="1600"/>
              </a:spcAft>
              <a:buNone/>
            </a:pPr>
            <a:endParaRPr lang="fr-FR" dirty="0">
              <a:effectLst>
                <a:outerShdw blurRad="38100" dist="38100" dir="2700000" algn="tl">
                  <a:srgbClr val="000000">
                    <a:alpha val="43137"/>
                  </a:srgbClr>
                </a:outerShdw>
              </a:effectLst>
            </a:endParaRPr>
          </a:p>
        </p:txBody>
      </p:sp>
      <p:pic>
        <p:nvPicPr>
          <p:cNvPr id="7" name="Picture 6">
            <a:extLst>
              <a:ext uri="{FF2B5EF4-FFF2-40B4-BE49-F238E27FC236}">
                <a16:creationId xmlns:a16="http://schemas.microsoft.com/office/drawing/2014/main" id="{517A3688-A28D-67FE-497F-A7FCAEF5AF8E}"/>
              </a:ext>
            </a:extLst>
          </p:cNvPr>
          <p:cNvPicPr>
            <a:picLocks noChangeAspect="1"/>
          </p:cNvPicPr>
          <p:nvPr/>
        </p:nvPicPr>
        <p:blipFill>
          <a:blip r:embed="rId2"/>
          <a:stretch>
            <a:fillRect/>
          </a:stretch>
        </p:blipFill>
        <p:spPr>
          <a:xfrm>
            <a:off x="231342" y="1896831"/>
            <a:ext cx="5547359" cy="2377440"/>
          </a:xfrm>
          <a:prstGeom prst="rect">
            <a:avLst/>
          </a:prstGeom>
          <a:ln w="12700">
            <a:solidFill>
              <a:schemeClr val="accent4"/>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439100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p43"/>
          <p:cNvSpPr txBox="1">
            <a:spLocks noGrp="1"/>
          </p:cNvSpPr>
          <p:nvPr>
            <p:ph type="title"/>
          </p:nvPr>
        </p:nvSpPr>
        <p:spPr>
          <a:xfrm>
            <a:off x="4451812" y="1696149"/>
            <a:ext cx="2870061" cy="1941427"/>
          </a:xfrm>
          <a:prstGeom prst="rect">
            <a:avLst/>
          </a:prstGeom>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pPr lvl="0"/>
            <a:r>
              <a:rPr lang="fr-FR" dirty="0">
                <a:effectLst>
                  <a:outerShdw blurRad="38100" dist="38100" dir="2700000" algn="tl">
                    <a:srgbClr val="000000">
                      <a:alpha val="43137"/>
                    </a:srgbClr>
                  </a:outerShdw>
                </a:effectLst>
              </a:rPr>
              <a:t>FONCTIONS DE CALCUL </a:t>
            </a:r>
            <a:r>
              <a:rPr lang="fr-FR" dirty="0">
                <a:solidFill>
                  <a:schemeClr val="accent4"/>
                </a:solidFill>
                <a:effectLst>
                  <a:outerShdw blurRad="38100" dist="38100" dir="2700000" algn="tl">
                    <a:srgbClr val="000000">
                      <a:alpha val="43137"/>
                    </a:srgbClr>
                  </a:outerShdw>
                </a:effectLst>
              </a:rPr>
              <a:t>ET D’ENREGISTREMENT</a:t>
            </a:r>
          </a:p>
        </p:txBody>
      </p:sp>
      <p:sp>
        <p:nvSpPr>
          <p:cNvPr id="926" name="Google Shape;926;p43"/>
          <p:cNvSpPr txBox="1">
            <a:spLocks noGrp="1"/>
          </p:cNvSpPr>
          <p:nvPr>
            <p:ph type="title" idx="2"/>
          </p:nvPr>
        </p:nvSpPr>
        <p:spPr>
          <a:xfrm>
            <a:off x="2012263" y="1655250"/>
            <a:ext cx="2679900" cy="2290200"/>
          </a:xfrm>
          <a:prstGeom prst="rect">
            <a:avLst/>
          </a:prstGeom>
          <a:effectLst>
            <a:outerShdw blurRad="50800" dist="38100" dir="2700000" algn="tl" rotWithShape="0">
              <a:prstClr val="black">
                <a:alpha val="40000"/>
              </a:prstClr>
            </a:outerShdw>
          </a:effectLst>
        </p:spPr>
        <p:txBody>
          <a:bodyPr spcFirstLastPara="1" wrap="square" lIns="91425" tIns="91425" rIns="91425" bIns="91425" anchor="b" anchorCtr="0">
            <a:noAutofit/>
          </a:bodyPr>
          <a:lstStyle/>
          <a:p>
            <a:pPr marL="0" lvl="0" indent="0" algn="l" rtl="0">
              <a:spcBef>
                <a:spcPts val="0"/>
              </a:spcBef>
              <a:spcAft>
                <a:spcPts val="0"/>
              </a:spcAft>
              <a:buNone/>
            </a:pPr>
            <a:r>
              <a:rPr lang="en">
                <a:effectLst>
                  <a:outerShdw blurRad="38100" dist="38100" dir="2700000" algn="tl">
                    <a:srgbClr val="000000">
                      <a:alpha val="43137"/>
                    </a:srgbClr>
                  </a:outerShdw>
                </a:effectLst>
              </a:rPr>
              <a:t>03</a:t>
            </a:r>
            <a:endParaRPr>
              <a:effectLst>
                <a:outerShdw blurRad="38100" dist="38100" dir="2700000" algn="tl">
                  <a:srgbClr val="000000">
                    <a:alpha val="43137"/>
                  </a:srgbClr>
                </a:outerShdw>
              </a:effectLs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80" name="Google Shape;380;p34"/>
          <p:cNvSpPr txBox="1">
            <a:spLocks noGrp="1"/>
          </p:cNvSpPr>
          <p:nvPr>
            <p:ph type="title"/>
          </p:nvPr>
        </p:nvSpPr>
        <p:spPr>
          <a:xfrm>
            <a:off x="720000" y="540000"/>
            <a:ext cx="7704000" cy="564300"/>
          </a:xfrm>
          <a:prstGeom prst="rect">
            <a:avLst/>
          </a:prstGeom>
        </p:spPr>
        <p:txBody>
          <a:bodyPr spcFirstLastPara="1" wrap="square" lIns="91425" tIns="91425" rIns="91425" bIns="91425" anchor="ctr" anchorCtr="0">
            <a:noAutofit/>
          </a:bodyPr>
          <a:lstStyle/>
          <a:p>
            <a:pPr lvl="0"/>
            <a:r>
              <a:rPr lang="fr-FR" dirty="0">
                <a:effectLst>
                  <a:outerShdw blurRad="38100" dist="38100" dir="2700000" algn="tl">
                    <a:srgbClr val="000000">
                      <a:alpha val="43137"/>
                    </a:srgbClr>
                  </a:outerShdw>
                </a:effectLst>
              </a:rPr>
              <a:t>FONCTIONS DE CALCUL</a:t>
            </a:r>
            <a:endParaRPr lang="fr-FR" dirty="0">
              <a:solidFill>
                <a:schemeClr val="accent4"/>
              </a:solidFill>
              <a:effectLst>
                <a:outerShdw blurRad="38100" dist="38100" dir="2700000" algn="tl">
                  <a:srgbClr val="000000">
                    <a:alpha val="43137"/>
                  </a:srgbClr>
                </a:outerShdw>
              </a:effectLst>
            </a:endParaRPr>
          </a:p>
        </p:txBody>
      </p:sp>
      <p:sp>
        <p:nvSpPr>
          <p:cNvPr id="5" name="Google Shape;999;p47">
            <a:extLst>
              <a:ext uri="{FF2B5EF4-FFF2-40B4-BE49-F238E27FC236}">
                <a16:creationId xmlns:a16="http://schemas.microsoft.com/office/drawing/2014/main" id="{BF7B4D16-D280-A029-5B06-A893881A936E}"/>
              </a:ext>
            </a:extLst>
          </p:cNvPr>
          <p:cNvSpPr txBox="1">
            <a:spLocks/>
          </p:cNvSpPr>
          <p:nvPr/>
        </p:nvSpPr>
        <p:spPr>
          <a:xfrm>
            <a:off x="685800" y="3764887"/>
            <a:ext cx="7772400" cy="838613"/>
          </a:xfrm>
          <a:prstGeom prst="rect">
            <a:avLst/>
          </a:prstGeom>
          <a:noFill/>
          <a:ln>
            <a:noFill/>
          </a:ln>
          <a:effectLst>
            <a:outerShdw blurRad="50800" dist="38100" dir="2700000" algn="tl"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1pPr>
            <a:lvl2pPr marL="914400" marR="0" lvl="1"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2pPr>
            <a:lvl3pPr marL="1371600" marR="0" lvl="2"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3pPr>
            <a:lvl4pPr marL="1828800" marR="0" lvl="3"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4pPr>
            <a:lvl5pPr marL="2286000" marR="0" lvl="4"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5pPr>
            <a:lvl6pPr marL="2743200" marR="0" lvl="5"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6pPr>
            <a:lvl7pPr marL="3200400" marR="0" lvl="6"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7pPr>
            <a:lvl8pPr marL="3657600" marR="0" lvl="7"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8pPr>
            <a:lvl9pPr marL="4114800" marR="0" lvl="8" indent="-317500" algn="l" rtl="0">
              <a:lnSpc>
                <a:spcPct val="100000"/>
              </a:lnSpc>
              <a:spcBef>
                <a:spcPts val="1600"/>
              </a:spcBef>
              <a:spcAft>
                <a:spcPts val="160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9pPr>
          </a:lstStyle>
          <a:p>
            <a:pPr marL="285750" indent="-285750">
              <a:spcAft>
                <a:spcPts val="1600"/>
              </a:spcAft>
            </a:pPr>
            <a:r>
              <a:rPr lang="fr-FR" dirty="0">
                <a:effectLst>
                  <a:outerShdw blurRad="38100" dist="38100" dir="2700000" algn="tl">
                    <a:srgbClr val="000000">
                      <a:alpha val="43137"/>
                    </a:srgbClr>
                  </a:outerShdw>
                </a:effectLst>
              </a:rPr>
              <a:t>Calcule automatique du cout total</a:t>
            </a:r>
          </a:p>
          <a:p>
            <a:pPr marL="285750" indent="-285750">
              <a:spcAft>
                <a:spcPts val="1600"/>
              </a:spcAft>
            </a:pPr>
            <a:r>
              <a:rPr lang="fr-FR" dirty="0">
                <a:effectLst>
                  <a:outerShdw blurRad="38100" dist="38100" dir="2700000" algn="tl">
                    <a:srgbClr val="000000">
                      <a:alpha val="43137"/>
                    </a:srgbClr>
                  </a:outerShdw>
                </a:effectLst>
              </a:rPr>
              <a:t>Utilisation de la formule:   (Jours * Tarif) * (1 + Taux Assurance)</a:t>
            </a:r>
          </a:p>
        </p:txBody>
      </p:sp>
      <p:pic>
        <p:nvPicPr>
          <p:cNvPr id="7" name="Picture 6">
            <a:extLst>
              <a:ext uri="{FF2B5EF4-FFF2-40B4-BE49-F238E27FC236}">
                <a16:creationId xmlns:a16="http://schemas.microsoft.com/office/drawing/2014/main" id="{6573C6A0-36F6-C6C5-7FDA-8659375A14F8}"/>
              </a:ext>
            </a:extLst>
          </p:cNvPr>
          <p:cNvPicPr>
            <a:picLocks noChangeAspect="1"/>
          </p:cNvPicPr>
          <p:nvPr/>
        </p:nvPicPr>
        <p:blipFill>
          <a:blip r:embed="rId3"/>
          <a:stretch>
            <a:fillRect/>
          </a:stretch>
        </p:blipFill>
        <p:spPr>
          <a:xfrm>
            <a:off x="640080" y="1866598"/>
            <a:ext cx="7863840" cy="1410303"/>
          </a:xfrm>
          <a:prstGeom prst="rect">
            <a:avLst/>
          </a:prstGeom>
          <a:ln w="12700">
            <a:solidFill>
              <a:schemeClr val="accent4"/>
            </a:solidFill>
          </a:ln>
          <a:effectLst>
            <a:outerShdw blurRad="50800" dist="38100" dir="2700000" algn="tl" rotWithShape="0">
              <a:prstClr val="black">
                <a:alpha val="40000"/>
              </a:prst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D4507-001B-941E-FE6F-F4F018BCB13C}"/>
              </a:ext>
            </a:extLst>
          </p:cNvPr>
          <p:cNvSpPr>
            <a:spLocks noGrp="1"/>
          </p:cNvSpPr>
          <p:nvPr>
            <p:ph type="title"/>
          </p:nvPr>
        </p:nvSpPr>
        <p:spPr>
          <a:xfrm>
            <a:off x="720000" y="540000"/>
            <a:ext cx="3304695" cy="1021822"/>
          </a:xfrm>
        </p:spPr>
        <p:txBody>
          <a:bodyPr/>
          <a:lstStyle/>
          <a:p>
            <a:r>
              <a:rPr lang="fr-FR" dirty="0">
                <a:effectLst>
                  <a:outerShdw blurRad="38100" dist="38100" dir="2700000" algn="tl">
                    <a:srgbClr val="000000">
                      <a:alpha val="43137"/>
                    </a:srgbClr>
                  </a:outerShdw>
                </a:effectLst>
              </a:rPr>
              <a:t>FONCTIONS </a:t>
            </a:r>
            <a:r>
              <a:rPr lang="fr-FR" dirty="0">
                <a:solidFill>
                  <a:schemeClr val="accent4"/>
                </a:solidFill>
                <a:effectLst>
                  <a:outerShdw blurRad="38100" dist="38100" dir="2700000" algn="tl">
                    <a:srgbClr val="000000">
                      <a:alpha val="43137"/>
                    </a:srgbClr>
                  </a:outerShdw>
                </a:effectLst>
              </a:rPr>
              <a:t>D’ENREGISTREMENT</a:t>
            </a:r>
            <a:endParaRPr lang="en-US" dirty="0">
              <a:effectLst>
                <a:outerShdw blurRad="38100" dist="38100" dir="2700000" algn="tl">
                  <a:srgbClr val="000000">
                    <a:alpha val="43137"/>
                  </a:srgbClr>
                </a:outerShdw>
              </a:effectLst>
            </a:endParaRPr>
          </a:p>
        </p:txBody>
      </p:sp>
      <p:sp>
        <p:nvSpPr>
          <p:cNvPr id="6" name="Google Shape;999;p47">
            <a:extLst>
              <a:ext uri="{FF2B5EF4-FFF2-40B4-BE49-F238E27FC236}">
                <a16:creationId xmlns:a16="http://schemas.microsoft.com/office/drawing/2014/main" id="{31F44A7C-6AEB-164C-1428-2A766FACE36B}"/>
              </a:ext>
            </a:extLst>
          </p:cNvPr>
          <p:cNvSpPr txBox="1">
            <a:spLocks/>
          </p:cNvSpPr>
          <p:nvPr/>
        </p:nvSpPr>
        <p:spPr>
          <a:xfrm>
            <a:off x="720000" y="2571749"/>
            <a:ext cx="4299978" cy="1287673"/>
          </a:xfrm>
          <a:prstGeom prst="rect">
            <a:avLst/>
          </a:prstGeom>
          <a:noFill/>
          <a:ln>
            <a:noFill/>
          </a:ln>
          <a:effectLst>
            <a:outerShdw blurRad="50800" dist="38100" dir="2700000" algn="tl"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1pPr>
            <a:lvl2pPr marL="914400" marR="0" lvl="1"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2pPr>
            <a:lvl3pPr marL="1371600" marR="0" lvl="2"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3pPr>
            <a:lvl4pPr marL="1828800" marR="0" lvl="3"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4pPr>
            <a:lvl5pPr marL="2286000" marR="0" lvl="4"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5pPr>
            <a:lvl6pPr marL="2743200" marR="0" lvl="5"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6pPr>
            <a:lvl7pPr marL="3200400" marR="0" lvl="6"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7pPr>
            <a:lvl8pPr marL="3657600" marR="0" lvl="7"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8pPr>
            <a:lvl9pPr marL="4114800" marR="0" lvl="8" indent="-317500" algn="l" rtl="0">
              <a:lnSpc>
                <a:spcPct val="100000"/>
              </a:lnSpc>
              <a:spcBef>
                <a:spcPts val="1600"/>
              </a:spcBef>
              <a:spcAft>
                <a:spcPts val="160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9pPr>
          </a:lstStyle>
          <a:p>
            <a:pPr marL="285750" indent="-285750">
              <a:spcAft>
                <a:spcPts val="1600"/>
              </a:spcAft>
            </a:pPr>
            <a:r>
              <a:rPr lang="fr-FR" dirty="0">
                <a:effectLst>
                  <a:outerShdw blurRad="38100" dist="38100" dir="2700000" algn="tl">
                    <a:srgbClr val="000000">
                      <a:alpha val="43137"/>
                    </a:srgbClr>
                  </a:outerShdw>
                </a:effectLst>
              </a:rPr>
              <a:t>Saisie des informations du client</a:t>
            </a:r>
          </a:p>
          <a:p>
            <a:pPr marL="285750" indent="-285750">
              <a:spcAft>
                <a:spcPts val="1600"/>
              </a:spcAft>
            </a:pPr>
            <a:r>
              <a:rPr lang="fr-FR" dirty="0">
                <a:effectLst>
                  <a:outerShdw blurRad="38100" dist="38100" dir="2700000" algn="tl">
                    <a:srgbClr val="000000">
                      <a:alpha val="43137"/>
                    </a:srgbClr>
                  </a:outerShdw>
                </a:effectLst>
              </a:rPr>
              <a:t>Enregistrement dans le tableau</a:t>
            </a:r>
          </a:p>
          <a:p>
            <a:pPr marL="285750" indent="-285750">
              <a:spcAft>
                <a:spcPts val="1600"/>
              </a:spcAft>
            </a:pPr>
            <a:r>
              <a:rPr lang="fr-FR" dirty="0">
                <a:effectLst>
                  <a:outerShdw blurRad="38100" dist="38100" dir="2700000" algn="tl">
                    <a:srgbClr val="000000">
                      <a:alpha val="43137"/>
                    </a:srgbClr>
                  </a:outerShdw>
                </a:effectLst>
              </a:rPr>
              <a:t>Calcul automatique du total</a:t>
            </a:r>
          </a:p>
        </p:txBody>
      </p:sp>
      <p:pic>
        <p:nvPicPr>
          <p:cNvPr id="7" name="Picture 6">
            <a:extLst>
              <a:ext uri="{FF2B5EF4-FFF2-40B4-BE49-F238E27FC236}">
                <a16:creationId xmlns:a16="http://schemas.microsoft.com/office/drawing/2014/main" id="{99DF72B0-61BD-0EBA-EAF0-9A915E64484F}"/>
              </a:ext>
            </a:extLst>
          </p:cNvPr>
          <p:cNvPicPr>
            <a:picLocks noChangeAspect="1"/>
          </p:cNvPicPr>
          <p:nvPr/>
        </p:nvPicPr>
        <p:blipFill>
          <a:blip r:embed="rId2"/>
          <a:stretch>
            <a:fillRect/>
          </a:stretch>
        </p:blipFill>
        <p:spPr>
          <a:xfrm>
            <a:off x="4572000" y="261090"/>
            <a:ext cx="3566160" cy="4621317"/>
          </a:xfrm>
          <a:prstGeom prst="rect">
            <a:avLst/>
          </a:prstGeom>
          <a:ln w="12700">
            <a:solidFill>
              <a:schemeClr val="accent4"/>
            </a:solidFill>
          </a:ln>
          <a:effectLst>
            <a:outerShdw blurRad="50800" dist="38100" dir="2700000" algn="tl" rotWithShape="0">
              <a:prstClr val="black">
                <a:alpha val="40000"/>
              </a:prstClr>
            </a:outerShdw>
          </a:effectLst>
        </p:spPr>
      </p:pic>
      <p:sp>
        <p:nvSpPr>
          <p:cNvPr id="9" name="Rectangle 8">
            <a:extLst>
              <a:ext uri="{FF2B5EF4-FFF2-40B4-BE49-F238E27FC236}">
                <a16:creationId xmlns:a16="http://schemas.microsoft.com/office/drawing/2014/main" id="{CF7ED406-6A2C-FF45-EED0-3AE66D41AF18}"/>
              </a:ext>
            </a:extLst>
          </p:cNvPr>
          <p:cNvSpPr/>
          <p:nvPr/>
        </p:nvSpPr>
        <p:spPr>
          <a:xfrm>
            <a:off x="5573167" y="1442685"/>
            <a:ext cx="45719" cy="4571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1769597-D846-FFBE-011E-8B48BDECE36F}"/>
              </a:ext>
            </a:extLst>
          </p:cNvPr>
          <p:cNvSpPr/>
          <p:nvPr/>
        </p:nvSpPr>
        <p:spPr>
          <a:xfrm>
            <a:off x="5573166" y="3215585"/>
            <a:ext cx="45719" cy="4571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45001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2" name="Google Shape;1052;p49"/>
          <p:cNvSpPr txBox="1">
            <a:spLocks noGrp="1"/>
          </p:cNvSpPr>
          <p:nvPr>
            <p:ph type="title"/>
          </p:nvPr>
        </p:nvSpPr>
        <p:spPr>
          <a:xfrm>
            <a:off x="1469973" y="1696150"/>
            <a:ext cx="3014565" cy="2095850"/>
          </a:xfrm>
          <a:prstGeom prst="rect">
            <a:avLst/>
          </a:prstGeom>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pPr lvl="0"/>
            <a:r>
              <a:rPr lang="fr-FR" dirty="0">
                <a:effectLst>
                  <a:outerShdw blurRad="38100" dist="38100" dir="2700000" algn="tl">
                    <a:srgbClr val="000000">
                      <a:alpha val="43137"/>
                    </a:srgbClr>
                  </a:outerShdw>
                </a:effectLst>
              </a:rPr>
              <a:t>FONCTIONS DE TRI, </a:t>
            </a:r>
            <a:r>
              <a:rPr lang="fr-FR" dirty="0">
                <a:solidFill>
                  <a:schemeClr val="accent4"/>
                </a:solidFill>
                <a:effectLst>
                  <a:outerShdw blurRad="38100" dist="38100" dir="2700000" algn="tl">
                    <a:srgbClr val="000000">
                      <a:alpha val="43137"/>
                    </a:srgbClr>
                  </a:outerShdw>
                </a:effectLst>
              </a:rPr>
              <a:t>RAPPORT ET MODIFICATION</a:t>
            </a:r>
          </a:p>
        </p:txBody>
      </p:sp>
      <p:sp>
        <p:nvSpPr>
          <p:cNvPr id="1053" name="Google Shape;1053;p49"/>
          <p:cNvSpPr txBox="1">
            <a:spLocks noGrp="1"/>
          </p:cNvSpPr>
          <p:nvPr>
            <p:ph type="title" idx="2"/>
          </p:nvPr>
        </p:nvSpPr>
        <p:spPr>
          <a:xfrm>
            <a:off x="4659438" y="1655250"/>
            <a:ext cx="2679900" cy="2290200"/>
          </a:xfrm>
          <a:prstGeom prst="rect">
            <a:avLst/>
          </a:prstGeom>
          <a:effectLst>
            <a:outerShdw blurRad="50800" dist="38100" dir="2700000" algn="tl" rotWithShape="0">
              <a:prstClr val="black">
                <a:alpha val="40000"/>
              </a:prstClr>
            </a:outerShdw>
          </a:effectLst>
        </p:spPr>
        <p:txBody>
          <a:bodyPr spcFirstLastPara="1" wrap="square" lIns="91425" tIns="91425" rIns="91425" bIns="91425" anchor="b" anchorCtr="0">
            <a:noAutofit/>
          </a:bodyPr>
          <a:lstStyle/>
          <a:p>
            <a:pPr marL="0" lvl="0" indent="0" algn="l" rtl="0">
              <a:spcBef>
                <a:spcPts val="0"/>
              </a:spcBef>
              <a:spcAft>
                <a:spcPts val="0"/>
              </a:spcAft>
              <a:buNone/>
            </a:pPr>
            <a:r>
              <a:rPr lang="en">
                <a:effectLst>
                  <a:outerShdw blurRad="38100" dist="38100" dir="2700000" algn="tl">
                    <a:srgbClr val="000000">
                      <a:alpha val="43137"/>
                    </a:srgbClr>
                  </a:outerShdw>
                </a:effectLst>
              </a:rPr>
              <a:t>04</a:t>
            </a:r>
            <a:endParaRPr>
              <a:effectLst>
                <a:outerShdw blurRad="38100" dist="38100" dir="2700000" algn="tl">
                  <a:srgbClr val="000000">
                    <a:alpha val="43137"/>
                  </a:srgbClr>
                </a:outerShdw>
              </a:effectLst>
            </a:endParaRPr>
          </a:p>
        </p:txBody>
      </p:sp>
      <p:grpSp>
        <p:nvGrpSpPr>
          <p:cNvPr id="1054" name="Google Shape;1054;p49"/>
          <p:cNvGrpSpPr/>
          <p:nvPr/>
        </p:nvGrpSpPr>
        <p:grpSpPr>
          <a:xfrm>
            <a:off x="3272625" y="3893550"/>
            <a:ext cx="101500" cy="101550"/>
            <a:chOff x="4671750" y="3446925"/>
            <a:chExt cx="101500" cy="101550"/>
          </a:xfrm>
          <a:effectLst>
            <a:outerShdw blurRad="50800" dist="38100" dir="2700000" algn="tl" rotWithShape="0">
              <a:prstClr val="black">
                <a:alpha val="40000"/>
              </a:prstClr>
            </a:outerShdw>
          </a:effectLst>
        </p:grpSpPr>
        <p:sp>
          <p:nvSpPr>
            <p:cNvPr id="1055" name="Google Shape;1055;p49"/>
            <p:cNvSpPr/>
            <p:nvPr/>
          </p:nvSpPr>
          <p:spPr>
            <a:xfrm>
              <a:off x="4671750" y="3489575"/>
              <a:ext cx="101500" cy="16225"/>
            </a:xfrm>
            <a:custGeom>
              <a:avLst/>
              <a:gdLst/>
              <a:ahLst/>
              <a:cxnLst/>
              <a:rect l="l" t="t" r="r" b="b"/>
              <a:pathLst>
                <a:path w="4060" h="649" extrusionOk="0">
                  <a:moveTo>
                    <a:pt x="324" y="1"/>
                  </a:moveTo>
                  <a:cubicBezTo>
                    <a:pt x="144" y="1"/>
                    <a:pt x="0" y="146"/>
                    <a:pt x="0" y="324"/>
                  </a:cubicBezTo>
                  <a:cubicBezTo>
                    <a:pt x="0" y="504"/>
                    <a:pt x="144" y="648"/>
                    <a:pt x="324" y="648"/>
                  </a:cubicBezTo>
                  <a:lnTo>
                    <a:pt x="3736" y="648"/>
                  </a:lnTo>
                  <a:cubicBezTo>
                    <a:pt x="3916" y="648"/>
                    <a:pt x="4060" y="505"/>
                    <a:pt x="4060" y="324"/>
                  </a:cubicBezTo>
                  <a:cubicBezTo>
                    <a:pt x="4060" y="146"/>
                    <a:pt x="3916" y="1"/>
                    <a:pt x="37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sp>
          <p:nvSpPr>
            <p:cNvPr id="1056" name="Google Shape;1056;p49"/>
            <p:cNvSpPr/>
            <p:nvPr/>
          </p:nvSpPr>
          <p:spPr>
            <a:xfrm>
              <a:off x="4714350" y="3446925"/>
              <a:ext cx="16225" cy="101550"/>
            </a:xfrm>
            <a:custGeom>
              <a:avLst/>
              <a:gdLst/>
              <a:ahLst/>
              <a:cxnLst/>
              <a:rect l="l" t="t" r="r" b="b"/>
              <a:pathLst>
                <a:path w="649" h="4062" extrusionOk="0">
                  <a:moveTo>
                    <a:pt x="325" y="1"/>
                  </a:moveTo>
                  <a:cubicBezTo>
                    <a:pt x="146" y="1"/>
                    <a:pt x="1" y="146"/>
                    <a:pt x="1" y="324"/>
                  </a:cubicBezTo>
                  <a:lnTo>
                    <a:pt x="1" y="3738"/>
                  </a:lnTo>
                  <a:cubicBezTo>
                    <a:pt x="1" y="3917"/>
                    <a:pt x="146" y="4062"/>
                    <a:pt x="325" y="4062"/>
                  </a:cubicBezTo>
                  <a:cubicBezTo>
                    <a:pt x="506" y="4062"/>
                    <a:pt x="648" y="3917"/>
                    <a:pt x="648" y="3738"/>
                  </a:cubicBezTo>
                  <a:lnTo>
                    <a:pt x="648" y="324"/>
                  </a:lnTo>
                  <a:cubicBezTo>
                    <a:pt x="648" y="146"/>
                    <a:pt x="504" y="1"/>
                    <a:pt x="3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grpSp>
      <p:grpSp>
        <p:nvGrpSpPr>
          <p:cNvPr id="1057" name="Google Shape;1057;p49"/>
          <p:cNvGrpSpPr/>
          <p:nvPr/>
        </p:nvGrpSpPr>
        <p:grpSpPr>
          <a:xfrm>
            <a:off x="7098763" y="540006"/>
            <a:ext cx="1325230" cy="1261587"/>
            <a:chOff x="7098763" y="540006"/>
            <a:chExt cx="1325230" cy="1261587"/>
          </a:xfrm>
          <a:effectLst>
            <a:outerShdw blurRad="50800" dist="38100" dir="2700000" algn="tl" rotWithShape="0">
              <a:prstClr val="black">
                <a:alpha val="40000"/>
              </a:prstClr>
            </a:outerShdw>
          </a:effectLst>
        </p:grpSpPr>
        <p:grpSp>
          <p:nvGrpSpPr>
            <p:cNvPr id="1058" name="Google Shape;1058;p49"/>
            <p:cNvGrpSpPr/>
            <p:nvPr/>
          </p:nvGrpSpPr>
          <p:grpSpPr>
            <a:xfrm>
              <a:off x="7098763" y="540006"/>
              <a:ext cx="1325230" cy="1257717"/>
              <a:chOff x="6551513" y="803731"/>
              <a:chExt cx="1325230" cy="1257717"/>
            </a:xfrm>
          </p:grpSpPr>
          <p:sp>
            <p:nvSpPr>
              <p:cNvPr id="1059" name="Google Shape;1059;p49"/>
              <p:cNvSpPr/>
              <p:nvPr/>
            </p:nvSpPr>
            <p:spPr>
              <a:xfrm flipH="1">
                <a:off x="6709884" y="936913"/>
                <a:ext cx="1084961" cy="1052000"/>
              </a:xfrm>
              <a:custGeom>
                <a:avLst/>
                <a:gdLst/>
                <a:ahLst/>
                <a:cxnLst/>
                <a:rect l="l" t="t" r="r" b="b"/>
                <a:pathLst>
                  <a:path w="14599" h="14155" extrusionOk="0">
                    <a:moveTo>
                      <a:pt x="11698" y="1"/>
                    </a:moveTo>
                    <a:lnTo>
                      <a:pt x="1" y="11098"/>
                    </a:lnTo>
                    <a:lnTo>
                      <a:pt x="1240" y="11539"/>
                    </a:lnTo>
                    <a:lnTo>
                      <a:pt x="2530" y="12899"/>
                    </a:lnTo>
                    <a:lnTo>
                      <a:pt x="2903" y="14155"/>
                    </a:lnTo>
                    <a:lnTo>
                      <a:pt x="14598" y="3059"/>
                    </a:lnTo>
                    <a:lnTo>
                      <a:pt x="14224" y="1802"/>
                    </a:lnTo>
                    <a:lnTo>
                      <a:pt x="12935" y="442"/>
                    </a:lnTo>
                    <a:lnTo>
                      <a:pt x="1169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sp>
            <p:nvSpPr>
              <p:cNvPr id="1060" name="Google Shape;1060;p49"/>
              <p:cNvSpPr/>
              <p:nvPr/>
            </p:nvSpPr>
            <p:spPr>
              <a:xfrm flipH="1">
                <a:off x="6821286" y="958540"/>
                <a:ext cx="894040" cy="847397"/>
              </a:xfrm>
              <a:custGeom>
                <a:avLst/>
                <a:gdLst/>
                <a:ahLst/>
                <a:cxnLst/>
                <a:rect l="l" t="t" r="r" b="b"/>
                <a:pathLst>
                  <a:path w="12030" h="11402" extrusionOk="0">
                    <a:moveTo>
                      <a:pt x="11862" y="0"/>
                    </a:moveTo>
                    <a:cubicBezTo>
                      <a:pt x="11824" y="0"/>
                      <a:pt x="11787" y="14"/>
                      <a:pt x="11757" y="41"/>
                    </a:cubicBezTo>
                    <a:lnTo>
                      <a:pt x="63" y="11138"/>
                    </a:lnTo>
                    <a:cubicBezTo>
                      <a:pt x="2" y="11197"/>
                      <a:pt x="1" y="11292"/>
                      <a:pt x="57" y="11353"/>
                    </a:cubicBezTo>
                    <a:cubicBezTo>
                      <a:pt x="86" y="11385"/>
                      <a:pt x="127" y="11401"/>
                      <a:pt x="167" y="11401"/>
                    </a:cubicBezTo>
                    <a:cubicBezTo>
                      <a:pt x="207" y="11401"/>
                      <a:pt x="244" y="11387"/>
                      <a:pt x="273" y="11359"/>
                    </a:cubicBezTo>
                    <a:lnTo>
                      <a:pt x="11968" y="262"/>
                    </a:lnTo>
                    <a:cubicBezTo>
                      <a:pt x="12028" y="206"/>
                      <a:pt x="12030" y="107"/>
                      <a:pt x="11972" y="47"/>
                    </a:cubicBezTo>
                    <a:cubicBezTo>
                      <a:pt x="11942" y="16"/>
                      <a:pt x="11902" y="0"/>
                      <a:pt x="118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sp>
            <p:nvSpPr>
              <p:cNvPr id="1061" name="Google Shape;1061;p49"/>
              <p:cNvSpPr/>
              <p:nvPr/>
            </p:nvSpPr>
            <p:spPr>
              <a:xfrm flipH="1">
                <a:off x="6725416" y="1059541"/>
                <a:ext cx="894040" cy="847397"/>
              </a:xfrm>
              <a:custGeom>
                <a:avLst/>
                <a:gdLst/>
                <a:ahLst/>
                <a:cxnLst/>
                <a:rect l="l" t="t" r="r" b="b"/>
                <a:pathLst>
                  <a:path w="12030" h="11402" extrusionOk="0">
                    <a:moveTo>
                      <a:pt x="11862" y="0"/>
                    </a:moveTo>
                    <a:cubicBezTo>
                      <a:pt x="11825" y="0"/>
                      <a:pt x="11787" y="14"/>
                      <a:pt x="11757" y="42"/>
                    </a:cubicBezTo>
                    <a:lnTo>
                      <a:pt x="62" y="11139"/>
                    </a:lnTo>
                    <a:cubicBezTo>
                      <a:pt x="2" y="11198"/>
                      <a:pt x="0" y="11294"/>
                      <a:pt x="58" y="11354"/>
                    </a:cubicBezTo>
                    <a:cubicBezTo>
                      <a:pt x="87" y="11385"/>
                      <a:pt x="127" y="11401"/>
                      <a:pt x="168" y="11401"/>
                    </a:cubicBezTo>
                    <a:cubicBezTo>
                      <a:pt x="206" y="11401"/>
                      <a:pt x="243" y="11388"/>
                      <a:pt x="273" y="11360"/>
                    </a:cubicBezTo>
                    <a:lnTo>
                      <a:pt x="11967" y="263"/>
                    </a:lnTo>
                    <a:cubicBezTo>
                      <a:pt x="12028" y="205"/>
                      <a:pt x="12029" y="108"/>
                      <a:pt x="11973" y="48"/>
                    </a:cubicBezTo>
                    <a:cubicBezTo>
                      <a:pt x="11943" y="16"/>
                      <a:pt x="11903" y="0"/>
                      <a:pt x="118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sp>
            <p:nvSpPr>
              <p:cNvPr id="1062" name="Google Shape;1062;p49"/>
              <p:cNvSpPr/>
              <p:nvPr/>
            </p:nvSpPr>
            <p:spPr>
              <a:xfrm flipH="1">
                <a:off x="6551513" y="803731"/>
                <a:ext cx="273860" cy="265620"/>
              </a:xfrm>
              <a:custGeom>
                <a:avLst/>
                <a:gdLst/>
                <a:ahLst/>
                <a:cxnLst/>
                <a:rect l="l" t="t" r="r" b="b"/>
                <a:pathLst>
                  <a:path w="3685" h="3574" extrusionOk="0">
                    <a:moveTo>
                      <a:pt x="1292" y="1"/>
                    </a:moveTo>
                    <a:cubicBezTo>
                      <a:pt x="828" y="1"/>
                      <a:pt x="363" y="172"/>
                      <a:pt x="0" y="517"/>
                    </a:cubicBezTo>
                    <a:lnTo>
                      <a:pt x="2901" y="3574"/>
                    </a:lnTo>
                    <a:cubicBezTo>
                      <a:pt x="3654" y="2860"/>
                      <a:pt x="3685" y="1672"/>
                      <a:pt x="2971" y="920"/>
                    </a:cubicBezTo>
                    <a:lnTo>
                      <a:pt x="2654" y="586"/>
                    </a:lnTo>
                    <a:cubicBezTo>
                      <a:pt x="2285" y="197"/>
                      <a:pt x="1789" y="1"/>
                      <a:pt x="1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sp>
            <p:nvSpPr>
              <p:cNvPr id="1063" name="Google Shape;1063;p49"/>
              <p:cNvSpPr/>
              <p:nvPr/>
            </p:nvSpPr>
            <p:spPr>
              <a:xfrm flipH="1">
                <a:off x="7579027" y="1761642"/>
                <a:ext cx="297716" cy="299807"/>
              </a:xfrm>
              <a:custGeom>
                <a:avLst/>
                <a:gdLst/>
                <a:ahLst/>
                <a:cxnLst/>
                <a:rect l="l" t="t" r="r" b="b"/>
                <a:pathLst>
                  <a:path w="4006" h="4034" extrusionOk="0">
                    <a:moveTo>
                      <a:pt x="1103" y="1"/>
                    </a:moveTo>
                    <a:lnTo>
                      <a:pt x="74" y="977"/>
                    </a:lnTo>
                    <a:lnTo>
                      <a:pt x="47" y="2036"/>
                    </a:lnTo>
                    <a:lnTo>
                      <a:pt x="0" y="3953"/>
                    </a:lnTo>
                    <a:lnTo>
                      <a:pt x="1920" y="4004"/>
                    </a:lnTo>
                    <a:lnTo>
                      <a:pt x="2977" y="4034"/>
                    </a:lnTo>
                    <a:lnTo>
                      <a:pt x="4005" y="3058"/>
                    </a:lnTo>
                    <a:lnTo>
                      <a:pt x="3632" y="1802"/>
                    </a:lnTo>
                    <a:lnTo>
                      <a:pt x="2342" y="442"/>
                    </a:lnTo>
                    <a:lnTo>
                      <a:pt x="11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sp>
            <p:nvSpPr>
              <p:cNvPr id="1064" name="Google Shape;1064;p49"/>
              <p:cNvSpPr/>
              <p:nvPr/>
            </p:nvSpPr>
            <p:spPr>
              <a:xfrm flipH="1">
                <a:off x="6592611" y="825656"/>
                <a:ext cx="338145" cy="343507"/>
              </a:xfrm>
              <a:custGeom>
                <a:avLst/>
                <a:gdLst/>
                <a:ahLst/>
                <a:cxnLst/>
                <a:rect l="l" t="t" r="r" b="b"/>
                <a:pathLst>
                  <a:path w="4550" h="4622" extrusionOk="0">
                    <a:moveTo>
                      <a:pt x="1648" y="1"/>
                    </a:moveTo>
                    <a:lnTo>
                      <a:pt x="1" y="1563"/>
                    </a:lnTo>
                    <a:lnTo>
                      <a:pt x="1239" y="2004"/>
                    </a:lnTo>
                    <a:lnTo>
                      <a:pt x="2530" y="3364"/>
                    </a:lnTo>
                    <a:lnTo>
                      <a:pt x="2902" y="4621"/>
                    </a:lnTo>
                    <a:lnTo>
                      <a:pt x="4549" y="3058"/>
                    </a:lnTo>
                    <a:lnTo>
                      <a:pt x="4175" y="1802"/>
                    </a:lnTo>
                    <a:lnTo>
                      <a:pt x="2886" y="442"/>
                    </a:lnTo>
                    <a:lnTo>
                      <a:pt x="16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grpSp>
        <p:sp>
          <p:nvSpPr>
            <p:cNvPr id="1065" name="Google Shape;1065;p49"/>
            <p:cNvSpPr/>
            <p:nvPr/>
          </p:nvSpPr>
          <p:spPr>
            <a:xfrm flipH="1">
              <a:off x="8280412" y="1655257"/>
              <a:ext cx="143581" cy="146336"/>
            </a:xfrm>
            <a:custGeom>
              <a:avLst/>
              <a:gdLst/>
              <a:ahLst/>
              <a:cxnLst/>
              <a:rect l="l" t="t" r="r" b="b"/>
              <a:pathLst>
                <a:path w="1932" h="1969" extrusionOk="0">
                  <a:moveTo>
                    <a:pt x="46" y="0"/>
                  </a:moveTo>
                  <a:lnTo>
                    <a:pt x="1" y="1918"/>
                  </a:lnTo>
                  <a:lnTo>
                    <a:pt x="1919" y="1968"/>
                  </a:lnTo>
                  <a:cubicBezTo>
                    <a:pt x="1932" y="1480"/>
                    <a:pt x="1760" y="982"/>
                    <a:pt x="1393" y="598"/>
                  </a:cubicBezTo>
                  <a:cubicBezTo>
                    <a:pt x="1027" y="211"/>
                    <a:pt x="539" y="11"/>
                    <a:pt x="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grpSp>
      <p:grpSp>
        <p:nvGrpSpPr>
          <p:cNvPr id="1066" name="Google Shape;1066;p49"/>
          <p:cNvGrpSpPr/>
          <p:nvPr/>
        </p:nvGrpSpPr>
        <p:grpSpPr>
          <a:xfrm>
            <a:off x="793610" y="3304634"/>
            <a:ext cx="1642609" cy="1763837"/>
            <a:chOff x="1267260" y="3185546"/>
            <a:chExt cx="1642609" cy="1763837"/>
          </a:xfrm>
          <a:effectLst>
            <a:outerShdw blurRad="50800" dist="38100" dir="2700000" algn="tl" rotWithShape="0">
              <a:prstClr val="black">
                <a:alpha val="40000"/>
              </a:prstClr>
            </a:outerShdw>
          </a:effectLst>
        </p:grpSpPr>
        <p:sp>
          <p:nvSpPr>
            <p:cNvPr id="1067" name="Google Shape;1067;p49"/>
            <p:cNvSpPr/>
            <p:nvPr/>
          </p:nvSpPr>
          <p:spPr>
            <a:xfrm rot="-2230321">
              <a:off x="1638065" y="3302276"/>
              <a:ext cx="900999" cy="1530379"/>
            </a:xfrm>
            <a:custGeom>
              <a:avLst/>
              <a:gdLst/>
              <a:ahLst/>
              <a:cxnLst/>
              <a:rect l="l" t="t" r="r" b="b"/>
              <a:pathLst>
                <a:path w="16788" h="28515" extrusionOk="0">
                  <a:moveTo>
                    <a:pt x="10131" y="7274"/>
                  </a:moveTo>
                  <a:lnTo>
                    <a:pt x="12356" y="20800"/>
                  </a:lnTo>
                  <a:lnTo>
                    <a:pt x="4392" y="14217"/>
                  </a:lnTo>
                  <a:lnTo>
                    <a:pt x="10131" y="7274"/>
                  </a:lnTo>
                  <a:close/>
                  <a:moveTo>
                    <a:pt x="12098" y="1"/>
                  </a:moveTo>
                  <a:lnTo>
                    <a:pt x="0" y="14634"/>
                  </a:lnTo>
                  <a:lnTo>
                    <a:pt x="16788" y="28514"/>
                  </a:lnTo>
                  <a:lnTo>
                    <a:pt x="16788" y="28514"/>
                  </a:lnTo>
                  <a:lnTo>
                    <a:pt x="1209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sp>
          <p:nvSpPr>
            <p:cNvPr id="1068" name="Google Shape;1068;p49"/>
            <p:cNvSpPr/>
            <p:nvPr/>
          </p:nvSpPr>
          <p:spPr>
            <a:xfrm rot="-2230321">
              <a:off x="2554003" y="4171755"/>
              <a:ext cx="89413" cy="28069"/>
            </a:xfrm>
            <a:custGeom>
              <a:avLst/>
              <a:gdLst/>
              <a:ahLst/>
              <a:cxnLst/>
              <a:rect l="l" t="t" r="r" b="b"/>
              <a:pathLst>
                <a:path w="1666" h="523" extrusionOk="0">
                  <a:moveTo>
                    <a:pt x="1504" y="0"/>
                  </a:moveTo>
                  <a:cubicBezTo>
                    <a:pt x="1495" y="0"/>
                    <a:pt x="1486" y="1"/>
                    <a:pt x="1477" y="3"/>
                  </a:cubicBezTo>
                  <a:lnTo>
                    <a:pt x="138" y="221"/>
                  </a:lnTo>
                  <a:cubicBezTo>
                    <a:pt x="55" y="232"/>
                    <a:pt x="1" y="312"/>
                    <a:pt x="14" y="394"/>
                  </a:cubicBezTo>
                  <a:cubicBezTo>
                    <a:pt x="25" y="468"/>
                    <a:pt x="89" y="522"/>
                    <a:pt x="163" y="522"/>
                  </a:cubicBezTo>
                  <a:cubicBezTo>
                    <a:pt x="170" y="522"/>
                    <a:pt x="179" y="522"/>
                    <a:pt x="188" y="519"/>
                  </a:cubicBezTo>
                  <a:lnTo>
                    <a:pt x="1527" y="303"/>
                  </a:lnTo>
                  <a:cubicBezTo>
                    <a:pt x="1610" y="290"/>
                    <a:pt x="1666" y="210"/>
                    <a:pt x="1653" y="128"/>
                  </a:cubicBezTo>
                  <a:cubicBezTo>
                    <a:pt x="1641" y="54"/>
                    <a:pt x="1578" y="0"/>
                    <a:pt x="150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sp>
          <p:nvSpPr>
            <p:cNvPr id="1069" name="Google Shape;1069;p49"/>
            <p:cNvSpPr/>
            <p:nvPr/>
          </p:nvSpPr>
          <p:spPr>
            <a:xfrm rot="-2230321">
              <a:off x="2533594" y="4112942"/>
              <a:ext cx="53508" cy="22219"/>
            </a:xfrm>
            <a:custGeom>
              <a:avLst/>
              <a:gdLst/>
              <a:ahLst/>
              <a:cxnLst/>
              <a:rect l="l" t="t" r="r" b="b"/>
              <a:pathLst>
                <a:path w="997" h="414" extrusionOk="0">
                  <a:moveTo>
                    <a:pt x="834" y="1"/>
                  </a:moveTo>
                  <a:cubicBezTo>
                    <a:pt x="826" y="1"/>
                    <a:pt x="817" y="1"/>
                    <a:pt x="808" y="3"/>
                  </a:cubicBezTo>
                  <a:lnTo>
                    <a:pt x="139" y="112"/>
                  </a:lnTo>
                  <a:cubicBezTo>
                    <a:pt x="56" y="125"/>
                    <a:pt x="0" y="205"/>
                    <a:pt x="13" y="287"/>
                  </a:cubicBezTo>
                  <a:cubicBezTo>
                    <a:pt x="25" y="361"/>
                    <a:pt x="89" y="414"/>
                    <a:pt x="162" y="414"/>
                  </a:cubicBezTo>
                  <a:cubicBezTo>
                    <a:pt x="172" y="414"/>
                    <a:pt x="180" y="412"/>
                    <a:pt x="189" y="412"/>
                  </a:cubicBezTo>
                  <a:lnTo>
                    <a:pt x="858" y="303"/>
                  </a:lnTo>
                  <a:cubicBezTo>
                    <a:pt x="941" y="290"/>
                    <a:pt x="997" y="212"/>
                    <a:pt x="983" y="128"/>
                  </a:cubicBezTo>
                  <a:cubicBezTo>
                    <a:pt x="972" y="54"/>
                    <a:pt x="907" y="1"/>
                    <a:pt x="8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sp>
          <p:nvSpPr>
            <p:cNvPr id="1070" name="Google Shape;1070;p49"/>
            <p:cNvSpPr/>
            <p:nvPr/>
          </p:nvSpPr>
          <p:spPr>
            <a:xfrm rot="-2230321">
              <a:off x="2482711" y="4064323"/>
              <a:ext cx="53455" cy="22219"/>
            </a:xfrm>
            <a:custGeom>
              <a:avLst/>
              <a:gdLst/>
              <a:ahLst/>
              <a:cxnLst/>
              <a:rect l="l" t="t" r="r" b="b"/>
              <a:pathLst>
                <a:path w="996" h="414" extrusionOk="0">
                  <a:moveTo>
                    <a:pt x="834" y="0"/>
                  </a:moveTo>
                  <a:cubicBezTo>
                    <a:pt x="826" y="0"/>
                    <a:pt x="817" y="1"/>
                    <a:pt x="809" y="3"/>
                  </a:cubicBezTo>
                  <a:lnTo>
                    <a:pt x="139" y="111"/>
                  </a:lnTo>
                  <a:cubicBezTo>
                    <a:pt x="57" y="125"/>
                    <a:pt x="1" y="204"/>
                    <a:pt x="14" y="287"/>
                  </a:cubicBezTo>
                  <a:cubicBezTo>
                    <a:pt x="24" y="360"/>
                    <a:pt x="89" y="413"/>
                    <a:pt x="163" y="413"/>
                  </a:cubicBezTo>
                  <a:cubicBezTo>
                    <a:pt x="170" y="413"/>
                    <a:pt x="179" y="413"/>
                    <a:pt x="189" y="412"/>
                  </a:cubicBezTo>
                  <a:lnTo>
                    <a:pt x="859" y="303"/>
                  </a:lnTo>
                  <a:cubicBezTo>
                    <a:pt x="941" y="290"/>
                    <a:pt x="996" y="212"/>
                    <a:pt x="984" y="128"/>
                  </a:cubicBezTo>
                  <a:cubicBezTo>
                    <a:pt x="972" y="54"/>
                    <a:pt x="906" y="0"/>
                    <a:pt x="8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sp>
          <p:nvSpPr>
            <p:cNvPr id="1071" name="Google Shape;1071;p49"/>
            <p:cNvSpPr/>
            <p:nvPr/>
          </p:nvSpPr>
          <p:spPr>
            <a:xfrm rot="-2230321">
              <a:off x="2401241" y="4026095"/>
              <a:ext cx="89467" cy="28015"/>
            </a:xfrm>
            <a:custGeom>
              <a:avLst/>
              <a:gdLst/>
              <a:ahLst/>
              <a:cxnLst/>
              <a:rect l="l" t="t" r="r" b="b"/>
              <a:pathLst>
                <a:path w="1667" h="522" extrusionOk="0">
                  <a:moveTo>
                    <a:pt x="1509" y="0"/>
                  </a:moveTo>
                  <a:cubicBezTo>
                    <a:pt x="1499" y="0"/>
                    <a:pt x="1489" y="1"/>
                    <a:pt x="1478" y="3"/>
                  </a:cubicBezTo>
                  <a:lnTo>
                    <a:pt x="139" y="220"/>
                  </a:lnTo>
                  <a:cubicBezTo>
                    <a:pt x="56" y="233"/>
                    <a:pt x="0" y="312"/>
                    <a:pt x="14" y="395"/>
                  </a:cubicBezTo>
                  <a:cubicBezTo>
                    <a:pt x="25" y="468"/>
                    <a:pt x="90" y="521"/>
                    <a:pt x="164" y="521"/>
                  </a:cubicBezTo>
                  <a:cubicBezTo>
                    <a:pt x="171" y="521"/>
                    <a:pt x="180" y="520"/>
                    <a:pt x="189" y="520"/>
                  </a:cubicBezTo>
                  <a:lnTo>
                    <a:pt x="1528" y="302"/>
                  </a:lnTo>
                  <a:cubicBezTo>
                    <a:pt x="1611" y="290"/>
                    <a:pt x="1667" y="211"/>
                    <a:pt x="1653" y="128"/>
                  </a:cubicBezTo>
                  <a:cubicBezTo>
                    <a:pt x="1642" y="55"/>
                    <a:pt x="1581" y="0"/>
                    <a:pt x="150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sp>
          <p:nvSpPr>
            <p:cNvPr id="1072" name="Google Shape;1072;p49"/>
            <p:cNvSpPr/>
            <p:nvPr/>
          </p:nvSpPr>
          <p:spPr>
            <a:xfrm rot="-2230321">
              <a:off x="2380885" y="3967174"/>
              <a:ext cx="53562" cy="22165"/>
            </a:xfrm>
            <a:custGeom>
              <a:avLst/>
              <a:gdLst/>
              <a:ahLst/>
              <a:cxnLst/>
              <a:rect l="l" t="t" r="r" b="b"/>
              <a:pathLst>
                <a:path w="998" h="413" extrusionOk="0">
                  <a:moveTo>
                    <a:pt x="836" y="1"/>
                  </a:moveTo>
                  <a:cubicBezTo>
                    <a:pt x="827" y="1"/>
                    <a:pt x="818" y="1"/>
                    <a:pt x="809" y="3"/>
                  </a:cubicBezTo>
                  <a:lnTo>
                    <a:pt x="139" y="110"/>
                  </a:lnTo>
                  <a:cubicBezTo>
                    <a:pt x="57" y="124"/>
                    <a:pt x="1" y="203"/>
                    <a:pt x="14" y="286"/>
                  </a:cubicBezTo>
                  <a:cubicBezTo>
                    <a:pt x="26" y="359"/>
                    <a:pt x="89" y="412"/>
                    <a:pt x="163" y="412"/>
                  </a:cubicBezTo>
                  <a:cubicBezTo>
                    <a:pt x="170" y="412"/>
                    <a:pt x="177" y="412"/>
                    <a:pt x="189" y="411"/>
                  </a:cubicBezTo>
                  <a:lnTo>
                    <a:pt x="859" y="302"/>
                  </a:lnTo>
                  <a:cubicBezTo>
                    <a:pt x="941" y="290"/>
                    <a:pt x="997" y="210"/>
                    <a:pt x="984" y="128"/>
                  </a:cubicBezTo>
                  <a:cubicBezTo>
                    <a:pt x="972" y="53"/>
                    <a:pt x="909" y="1"/>
                    <a:pt x="8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sp>
          <p:nvSpPr>
            <p:cNvPr id="1073" name="Google Shape;1073;p49"/>
            <p:cNvSpPr/>
            <p:nvPr/>
          </p:nvSpPr>
          <p:spPr>
            <a:xfrm rot="-2230321">
              <a:off x="2329997" y="3918646"/>
              <a:ext cx="53455" cy="22165"/>
            </a:xfrm>
            <a:custGeom>
              <a:avLst/>
              <a:gdLst/>
              <a:ahLst/>
              <a:cxnLst/>
              <a:rect l="l" t="t" r="r" b="b"/>
              <a:pathLst>
                <a:path w="996" h="413" extrusionOk="0">
                  <a:moveTo>
                    <a:pt x="833" y="1"/>
                  </a:moveTo>
                  <a:cubicBezTo>
                    <a:pt x="824" y="1"/>
                    <a:pt x="816" y="1"/>
                    <a:pt x="807" y="3"/>
                  </a:cubicBezTo>
                  <a:lnTo>
                    <a:pt x="139" y="112"/>
                  </a:lnTo>
                  <a:cubicBezTo>
                    <a:pt x="55" y="124"/>
                    <a:pt x="1" y="203"/>
                    <a:pt x="14" y="286"/>
                  </a:cubicBezTo>
                  <a:cubicBezTo>
                    <a:pt x="24" y="359"/>
                    <a:pt x="89" y="412"/>
                    <a:pt x="163" y="412"/>
                  </a:cubicBezTo>
                  <a:cubicBezTo>
                    <a:pt x="171" y="412"/>
                    <a:pt x="179" y="411"/>
                    <a:pt x="188" y="411"/>
                  </a:cubicBezTo>
                  <a:lnTo>
                    <a:pt x="857" y="303"/>
                  </a:lnTo>
                  <a:cubicBezTo>
                    <a:pt x="941" y="290"/>
                    <a:pt x="996" y="211"/>
                    <a:pt x="982" y="128"/>
                  </a:cubicBezTo>
                  <a:cubicBezTo>
                    <a:pt x="971" y="54"/>
                    <a:pt x="905" y="1"/>
                    <a:pt x="8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sp>
          <p:nvSpPr>
            <p:cNvPr id="1074" name="Google Shape;1074;p49"/>
            <p:cNvSpPr/>
            <p:nvPr/>
          </p:nvSpPr>
          <p:spPr>
            <a:xfrm rot="-2230321">
              <a:off x="2248463" y="3880334"/>
              <a:ext cx="89467" cy="27962"/>
            </a:xfrm>
            <a:custGeom>
              <a:avLst/>
              <a:gdLst/>
              <a:ahLst/>
              <a:cxnLst/>
              <a:rect l="l" t="t" r="r" b="b"/>
              <a:pathLst>
                <a:path w="1667" h="521" extrusionOk="0">
                  <a:moveTo>
                    <a:pt x="1507" y="0"/>
                  </a:moveTo>
                  <a:cubicBezTo>
                    <a:pt x="1497" y="0"/>
                    <a:pt x="1488" y="1"/>
                    <a:pt x="1478" y="3"/>
                  </a:cubicBezTo>
                  <a:lnTo>
                    <a:pt x="139" y="219"/>
                  </a:lnTo>
                  <a:cubicBezTo>
                    <a:pt x="56" y="232"/>
                    <a:pt x="0" y="312"/>
                    <a:pt x="14" y="394"/>
                  </a:cubicBezTo>
                  <a:cubicBezTo>
                    <a:pt x="25" y="468"/>
                    <a:pt x="89" y="521"/>
                    <a:pt x="162" y="521"/>
                  </a:cubicBezTo>
                  <a:cubicBezTo>
                    <a:pt x="173" y="521"/>
                    <a:pt x="180" y="521"/>
                    <a:pt x="189" y="519"/>
                  </a:cubicBezTo>
                  <a:lnTo>
                    <a:pt x="1528" y="303"/>
                  </a:lnTo>
                  <a:cubicBezTo>
                    <a:pt x="1611" y="290"/>
                    <a:pt x="1667" y="210"/>
                    <a:pt x="1653" y="128"/>
                  </a:cubicBezTo>
                  <a:cubicBezTo>
                    <a:pt x="1642" y="55"/>
                    <a:pt x="1580" y="0"/>
                    <a:pt x="150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sp>
          <p:nvSpPr>
            <p:cNvPr id="1075" name="Google Shape;1075;p49"/>
            <p:cNvSpPr/>
            <p:nvPr/>
          </p:nvSpPr>
          <p:spPr>
            <a:xfrm rot="-2230321">
              <a:off x="2228167" y="3821429"/>
              <a:ext cx="53455" cy="22273"/>
            </a:xfrm>
            <a:custGeom>
              <a:avLst/>
              <a:gdLst/>
              <a:ahLst/>
              <a:cxnLst/>
              <a:rect l="l" t="t" r="r" b="b"/>
              <a:pathLst>
                <a:path w="996" h="415" extrusionOk="0">
                  <a:moveTo>
                    <a:pt x="833" y="0"/>
                  </a:moveTo>
                  <a:cubicBezTo>
                    <a:pt x="825" y="0"/>
                    <a:pt x="817" y="1"/>
                    <a:pt x="809" y="2"/>
                  </a:cubicBezTo>
                  <a:lnTo>
                    <a:pt x="139" y="111"/>
                  </a:lnTo>
                  <a:cubicBezTo>
                    <a:pt x="55" y="123"/>
                    <a:pt x="1" y="203"/>
                    <a:pt x="14" y="285"/>
                  </a:cubicBezTo>
                  <a:cubicBezTo>
                    <a:pt x="24" y="362"/>
                    <a:pt x="89" y="415"/>
                    <a:pt x="163" y="415"/>
                  </a:cubicBezTo>
                  <a:cubicBezTo>
                    <a:pt x="170" y="415"/>
                    <a:pt x="179" y="413"/>
                    <a:pt x="189" y="410"/>
                  </a:cubicBezTo>
                  <a:lnTo>
                    <a:pt x="857" y="303"/>
                  </a:lnTo>
                  <a:cubicBezTo>
                    <a:pt x="941" y="289"/>
                    <a:pt x="996" y="210"/>
                    <a:pt x="982" y="128"/>
                  </a:cubicBezTo>
                  <a:cubicBezTo>
                    <a:pt x="972" y="53"/>
                    <a:pt x="907" y="0"/>
                    <a:pt x="8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sp>
          <p:nvSpPr>
            <p:cNvPr id="1076" name="Google Shape;1076;p49"/>
            <p:cNvSpPr/>
            <p:nvPr/>
          </p:nvSpPr>
          <p:spPr>
            <a:xfrm rot="-2230321">
              <a:off x="2177187" y="3772842"/>
              <a:ext cx="53508" cy="22273"/>
            </a:xfrm>
            <a:custGeom>
              <a:avLst/>
              <a:gdLst/>
              <a:ahLst/>
              <a:cxnLst/>
              <a:rect l="l" t="t" r="r" b="b"/>
              <a:pathLst>
                <a:path w="997" h="415" extrusionOk="0">
                  <a:moveTo>
                    <a:pt x="832" y="0"/>
                  </a:moveTo>
                  <a:cubicBezTo>
                    <a:pt x="824" y="0"/>
                    <a:pt x="816" y="1"/>
                    <a:pt x="808" y="2"/>
                  </a:cubicBezTo>
                  <a:lnTo>
                    <a:pt x="138" y="111"/>
                  </a:lnTo>
                  <a:cubicBezTo>
                    <a:pt x="56" y="123"/>
                    <a:pt x="0" y="202"/>
                    <a:pt x="13" y="285"/>
                  </a:cubicBezTo>
                  <a:cubicBezTo>
                    <a:pt x="25" y="361"/>
                    <a:pt x="90" y="414"/>
                    <a:pt x="163" y="414"/>
                  </a:cubicBezTo>
                  <a:cubicBezTo>
                    <a:pt x="172" y="414"/>
                    <a:pt x="180" y="414"/>
                    <a:pt x="189" y="410"/>
                  </a:cubicBezTo>
                  <a:lnTo>
                    <a:pt x="858" y="302"/>
                  </a:lnTo>
                  <a:cubicBezTo>
                    <a:pt x="941" y="289"/>
                    <a:pt x="997" y="210"/>
                    <a:pt x="983" y="127"/>
                  </a:cubicBezTo>
                  <a:cubicBezTo>
                    <a:pt x="971" y="53"/>
                    <a:pt x="906" y="0"/>
                    <a:pt x="83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sp>
          <p:nvSpPr>
            <p:cNvPr id="1077" name="Google Shape;1077;p49"/>
            <p:cNvSpPr/>
            <p:nvPr/>
          </p:nvSpPr>
          <p:spPr>
            <a:xfrm rot="-2230321">
              <a:off x="2095722" y="3734416"/>
              <a:ext cx="89520" cy="28123"/>
            </a:xfrm>
            <a:custGeom>
              <a:avLst/>
              <a:gdLst/>
              <a:ahLst/>
              <a:cxnLst/>
              <a:rect l="l" t="t" r="r" b="b"/>
              <a:pathLst>
                <a:path w="1668" h="524" extrusionOk="0">
                  <a:moveTo>
                    <a:pt x="1503" y="1"/>
                  </a:moveTo>
                  <a:cubicBezTo>
                    <a:pt x="1495" y="1"/>
                    <a:pt x="1487" y="1"/>
                    <a:pt x="1479" y="3"/>
                  </a:cubicBezTo>
                  <a:lnTo>
                    <a:pt x="139" y="219"/>
                  </a:lnTo>
                  <a:cubicBezTo>
                    <a:pt x="57" y="232"/>
                    <a:pt x="1" y="312"/>
                    <a:pt x="14" y="394"/>
                  </a:cubicBezTo>
                  <a:cubicBezTo>
                    <a:pt x="26" y="469"/>
                    <a:pt x="89" y="524"/>
                    <a:pt x="163" y="524"/>
                  </a:cubicBezTo>
                  <a:cubicBezTo>
                    <a:pt x="170" y="524"/>
                    <a:pt x="177" y="524"/>
                    <a:pt x="189" y="519"/>
                  </a:cubicBezTo>
                  <a:lnTo>
                    <a:pt x="1529" y="303"/>
                  </a:lnTo>
                  <a:cubicBezTo>
                    <a:pt x="1611" y="290"/>
                    <a:pt x="1667" y="210"/>
                    <a:pt x="1654" y="128"/>
                  </a:cubicBezTo>
                  <a:cubicBezTo>
                    <a:pt x="1642" y="54"/>
                    <a:pt x="1576" y="1"/>
                    <a:pt x="15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sp>
          <p:nvSpPr>
            <p:cNvPr id="1078" name="Google Shape;1078;p49"/>
            <p:cNvSpPr/>
            <p:nvPr/>
          </p:nvSpPr>
          <p:spPr>
            <a:xfrm rot="-2230321">
              <a:off x="2075405" y="3675661"/>
              <a:ext cx="53455" cy="22273"/>
            </a:xfrm>
            <a:custGeom>
              <a:avLst/>
              <a:gdLst/>
              <a:ahLst/>
              <a:cxnLst/>
              <a:rect l="l" t="t" r="r" b="b"/>
              <a:pathLst>
                <a:path w="996" h="415" extrusionOk="0">
                  <a:moveTo>
                    <a:pt x="833" y="0"/>
                  </a:moveTo>
                  <a:cubicBezTo>
                    <a:pt x="825" y="0"/>
                    <a:pt x="817" y="1"/>
                    <a:pt x="809" y="2"/>
                  </a:cubicBezTo>
                  <a:lnTo>
                    <a:pt x="139" y="111"/>
                  </a:lnTo>
                  <a:cubicBezTo>
                    <a:pt x="55" y="124"/>
                    <a:pt x="1" y="202"/>
                    <a:pt x="14" y="286"/>
                  </a:cubicBezTo>
                  <a:cubicBezTo>
                    <a:pt x="24" y="361"/>
                    <a:pt x="89" y="414"/>
                    <a:pt x="162" y="414"/>
                  </a:cubicBezTo>
                  <a:cubicBezTo>
                    <a:pt x="171" y="414"/>
                    <a:pt x="179" y="414"/>
                    <a:pt x="187" y="411"/>
                  </a:cubicBezTo>
                  <a:lnTo>
                    <a:pt x="857" y="302"/>
                  </a:lnTo>
                  <a:cubicBezTo>
                    <a:pt x="941" y="289"/>
                    <a:pt x="996" y="210"/>
                    <a:pt x="982" y="127"/>
                  </a:cubicBezTo>
                  <a:cubicBezTo>
                    <a:pt x="970" y="53"/>
                    <a:pt x="905" y="0"/>
                    <a:pt x="8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sp>
          <p:nvSpPr>
            <p:cNvPr id="1079" name="Google Shape;1079;p49"/>
            <p:cNvSpPr/>
            <p:nvPr/>
          </p:nvSpPr>
          <p:spPr>
            <a:xfrm rot="-2230321">
              <a:off x="2024398" y="3627048"/>
              <a:ext cx="53455" cy="22273"/>
            </a:xfrm>
            <a:custGeom>
              <a:avLst/>
              <a:gdLst/>
              <a:ahLst/>
              <a:cxnLst/>
              <a:rect l="l" t="t" r="r" b="b"/>
              <a:pathLst>
                <a:path w="996" h="415" extrusionOk="0">
                  <a:moveTo>
                    <a:pt x="832" y="1"/>
                  </a:moveTo>
                  <a:cubicBezTo>
                    <a:pt x="824" y="1"/>
                    <a:pt x="816" y="1"/>
                    <a:pt x="808" y="3"/>
                  </a:cubicBezTo>
                  <a:lnTo>
                    <a:pt x="138" y="112"/>
                  </a:lnTo>
                  <a:cubicBezTo>
                    <a:pt x="56" y="123"/>
                    <a:pt x="0" y="203"/>
                    <a:pt x="13" y="287"/>
                  </a:cubicBezTo>
                  <a:cubicBezTo>
                    <a:pt x="25" y="362"/>
                    <a:pt x="88" y="415"/>
                    <a:pt x="162" y="415"/>
                  </a:cubicBezTo>
                  <a:cubicBezTo>
                    <a:pt x="172" y="415"/>
                    <a:pt x="180" y="415"/>
                    <a:pt x="188" y="412"/>
                  </a:cubicBezTo>
                  <a:lnTo>
                    <a:pt x="858" y="303"/>
                  </a:lnTo>
                  <a:cubicBezTo>
                    <a:pt x="941" y="290"/>
                    <a:pt x="995" y="210"/>
                    <a:pt x="983" y="128"/>
                  </a:cubicBezTo>
                  <a:cubicBezTo>
                    <a:pt x="971" y="53"/>
                    <a:pt x="904" y="1"/>
                    <a:pt x="83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sp>
          <p:nvSpPr>
            <p:cNvPr id="1080" name="Google Shape;1080;p49"/>
            <p:cNvSpPr/>
            <p:nvPr/>
          </p:nvSpPr>
          <p:spPr>
            <a:xfrm rot="-2230321">
              <a:off x="1943020" y="3588772"/>
              <a:ext cx="89413" cy="28069"/>
            </a:xfrm>
            <a:custGeom>
              <a:avLst/>
              <a:gdLst/>
              <a:ahLst/>
              <a:cxnLst/>
              <a:rect l="l" t="t" r="r" b="b"/>
              <a:pathLst>
                <a:path w="1666" h="523" extrusionOk="0">
                  <a:moveTo>
                    <a:pt x="1501" y="0"/>
                  </a:moveTo>
                  <a:cubicBezTo>
                    <a:pt x="1494" y="0"/>
                    <a:pt x="1486" y="1"/>
                    <a:pt x="1479" y="2"/>
                  </a:cubicBezTo>
                  <a:lnTo>
                    <a:pt x="139" y="220"/>
                  </a:lnTo>
                  <a:cubicBezTo>
                    <a:pt x="57" y="233"/>
                    <a:pt x="1" y="311"/>
                    <a:pt x="14" y="395"/>
                  </a:cubicBezTo>
                  <a:cubicBezTo>
                    <a:pt x="24" y="470"/>
                    <a:pt x="89" y="523"/>
                    <a:pt x="163" y="523"/>
                  </a:cubicBezTo>
                  <a:cubicBezTo>
                    <a:pt x="170" y="523"/>
                    <a:pt x="179" y="521"/>
                    <a:pt x="189" y="520"/>
                  </a:cubicBezTo>
                  <a:lnTo>
                    <a:pt x="1529" y="302"/>
                  </a:lnTo>
                  <a:cubicBezTo>
                    <a:pt x="1611" y="289"/>
                    <a:pt x="1666" y="211"/>
                    <a:pt x="1652" y="127"/>
                  </a:cubicBezTo>
                  <a:cubicBezTo>
                    <a:pt x="1642" y="52"/>
                    <a:pt x="1576" y="0"/>
                    <a:pt x="15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grpSp>
      <p:grpSp>
        <p:nvGrpSpPr>
          <p:cNvPr id="1081" name="Google Shape;1081;p49"/>
          <p:cNvGrpSpPr/>
          <p:nvPr/>
        </p:nvGrpSpPr>
        <p:grpSpPr>
          <a:xfrm>
            <a:off x="3462925" y="4135775"/>
            <a:ext cx="101500" cy="101550"/>
            <a:chOff x="4671750" y="3446925"/>
            <a:chExt cx="101500" cy="101550"/>
          </a:xfrm>
          <a:effectLst>
            <a:outerShdw blurRad="50800" dist="38100" dir="2700000" algn="tl" rotWithShape="0">
              <a:prstClr val="black">
                <a:alpha val="40000"/>
              </a:prstClr>
            </a:outerShdw>
          </a:effectLst>
        </p:grpSpPr>
        <p:sp>
          <p:nvSpPr>
            <p:cNvPr id="1082" name="Google Shape;1082;p49"/>
            <p:cNvSpPr/>
            <p:nvPr/>
          </p:nvSpPr>
          <p:spPr>
            <a:xfrm>
              <a:off x="4671750" y="3489575"/>
              <a:ext cx="101500" cy="16225"/>
            </a:xfrm>
            <a:custGeom>
              <a:avLst/>
              <a:gdLst/>
              <a:ahLst/>
              <a:cxnLst/>
              <a:rect l="l" t="t" r="r" b="b"/>
              <a:pathLst>
                <a:path w="4060" h="649" extrusionOk="0">
                  <a:moveTo>
                    <a:pt x="324" y="1"/>
                  </a:moveTo>
                  <a:cubicBezTo>
                    <a:pt x="144" y="1"/>
                    <a:pt x="0" y="146"/>
                    <a:pt x="0" y="324"/>
                  </a:cubicBezTo>
                  <a:cubicBezTo>
                    <a:pt x="0" y="504"/>
                    <a:pt x="144" y="648"/>
                    <a:pt x="324" y="648"/>
                  </a:cubicBezTo>
                  <a:lnTo>
                    <a:pt x="3736" y="648"/>
                  </a:lnTo>
                  <a:cubicBezTo>
                    <a:pt x="3916" y="648"/>
                    <a:pt x="4060" y="505"/>
                    <a:pt x="4060" y="324"/>
                  </a:cubicBezTo>
                  <a:cubicBezTo>
                    <a:pt x="4060" y="146"/>
                    <a:pt x="3916" y="1"/>
                    <a:pt x="37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sp>
          <p:nvSpPr>
            <p:cNvPr id="1083" name="Google Shape;1083;p49"/>
            <p:cNvSpPr/>
            <p:nvPr/>
          </p:nvSpPr>
          <p:spPr>
            <a:xfrm>
              <a:off x="4714350" y="3446925"/>
              <a:ext cx="16225" cy="101550"/>
            </a:xfrm>
            <a:custGeom>
              <a:avLst/>
              <a:gdLst/>
              <a:ahLst/>
              <a:cxnLst/>
              <a:rect l="l" t="t" r="r" b="b"/>
              <a:pathLst>
                <a:path w="649" h="4062" extrusionOk="0">
                  <a:moveTo>
                    <a:pt x="325" y="1"/>
                  </a:moveTo>
                  <a:cubicBezTo>
                    <a:pt x="146" y="1"/>
                    <a:pt x="1" y="146"/>
                    <a:pt x="1" y="324"/>
                  </a:cubicBezTo>
                  <a:lnTo>
                    <a:pt x="1" y="3738"/>
                  </a:lnTo>
                  <a:cubicBezTo>
                    <a:pt x="1" y="3917"/>
                    <a:pt x="146" y="4062"/>
                    <a:pt x="325" y="4062"/>
                  </a:cubicBezTo>
                  <a:cubicBezTo>
                    <a:pt x="506" y="4062"/>
                    <a:pt x="648" y="3917"/>
                    <a:pt x="648" y="3738"/>
                  </a:cubicBezTo>
                  <a:lnTo>
                    <a:pt x="648" y="324"/>
                  </a:lnTo>
                  <a:cubicBezTo>
                    <a:pt x="648" y="146"/>
                    <a:pt x="504" y="1"/>
                    <a:pt x="3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grpSp>
      <p:grpSp>
        <p:nvGrpSpPr>
          <p:cNvPr id="1084" name="Google Shape;1084;p49"/>
          <p:cNvGrpSpPr/>
          <p:nvPr/>
        </p:nvGrpSpPr>
        <p:grpSpPr>
          <a:xfrm>
            <a:off x="2217200" y="1203125"/>
            <a:ext cx="101500" cy="101550"/>
            <a:chOff x="4671750" y="3446925"/>
            <a:chExt cx="101500" cy="101550"/>
          </a:xfrm>
          <a:effectLst>
            <a:outerShdw blurRad="50800" dist="38100" dir="2700000" algn="tl" rotWithShape="0">
              <a:prstClr val="black">
                <a:alpha val="40000"/>
              </a:prstClr>
            </a:outerShdw>
          </a:effectLst>
        </p:grpSpPr>
        <p:sp>
          <p:nvSpPr>
            <p:cNvPr id="1085" name="Google Shape;1085;p49"/>
            <p:cNvSpPr/>
            <p:nvPr/>
          </p:nvSpPr>
          <p:spPr>
            <a:xfrm>
              <a:off x="4671750" y="3489575"/>
              <a:ext cx="101500" cy="16225"/>
            </a:xfrm>
            <a:custGeom>
              <a:avLst/>
              <a:gdLst/>
              <a:ahLst/>
              <a:cxnLst/>
              <a:rect l="l" t="t" r="r" b="b"/>
              <a:pathLst>
                <a:path w="4060" h="649" extrusionOk="0">
                  <a:moveTo>
                    <a:pt x="324" y="1"/>
                  </a:moveTo>
                  <a:cubicBezTo>
                    <a:pt x="144" y="1"/>
                    <a:pt x="0" y="146"/>
                    <a:pt x="0" y="324"/>
                  </a:cubicBezTo>
                  <a:cubicBezTo>
                    <a:pt x="0" y="504"/>
                    <a:pt x="144" y="648"/>
                    <a:pt x="324" y="648"/>
                  </a:cubicBezTo>
                  <a:lnTo>
                    <a:pt x="3736" y="648"/>
                  </a:lnTo>
                  <a:cubicBezTo>
                    <a:pt x="3916" y="648"/>
                    <a:pt x="4060" y="505"/>
                    <a:pt x="4060" y="324"/>
                  </a:cubicBezTo>
                  <a:cubicBezTo>
                    <a:pt x="4060" y="146"/>
                    <a:pt x="3916" y="1"/>
                    <a:pt x="37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sp>
          <p:nvSpPr>
            <p:cNvPr id="1086" name="Google Shape;1086;p49"/>
            <p:cNvSpPr/>
            <p:nvPr/>
          </p:nvSpPr>
          <p:spPr>
            <a:xfrm>
              <a:off x="4714350" y="3446925"/>
              <a:ext cx="16225" cy="101550"/>
            </a:xfrm>
            <a:custGeom>
              <a:avLst/>
              <a:gdLst/>
              <a:ahLst/>
              <a:cxnLst/>
              <a:rect l="l" t="t" r="r" b="b"/>
              <a:pathLst>
                <a:path w="649" h="4062" extrusionOk="0">
                  <a:moveTo>
                    <a:pt x="325" y="1"/>
                  </a:moveTo>
                  <a:cubicBezTo>
                    <a:pt x="146" y="1"/>
                    <a:pt x="1" y="146"/>
                    <a:pt x="1" y="324"/>
                  </a:cubicBezTo>
                  <a:lnTo>
                    <a:pt x="1" y="3738"/>
                  </a:lnTo>
                  <a:cubicBezTo>
                    <a:pt x="1" y="3917"/>
                    <a:pt x="146" y="4062"/>
                    <a:pt x="325" y="4062"/>
                  </a:cubicBezTo>
                  <a:cubicBezTo>
                    <a:pt x="506" y="4062"/>
                    <a:pt x="648" y="3917"/>
                    <a:pt x="648" y="3738"/>
                  </a:cubicBezTo>
                  <a:lnTo>
                    <a:pt x="648" y="324"/>
                  </a:lnTo>
                  <a:cubicBezTo>
                    <a:pt x="648" y="146"/>
                    <a:pt x="504" y="1"/>
                    <a:pt x="3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grpSp>
      <p:grpSp>
        <p:nvGrpSpPr>
          <p:cNvPr id="1087" name="Google Shape;1087;p49"/>
          <p:cNvGrpSpPr/>
          <p:nvPr/>
        </p:nvGrpSpPr>
        <p:grpSpPr>
          <a:xfrm>
            <a:off x="7761738" y="3792000"/>
            <a:ext cx="101500" cy="101550"/>
            <a:chOff x="4671750" y="3446925"/>
            <a:chExt cx="101500" cy="101550"/>
          </a:xfrm>
          <a:effectLst>
            <a:outerShdw blurRad="50800" dist="38100" dir="2700000" algn="tl" rotWithShape="0">
              <a:prstClr val="black">
                <a:alpha val="40000"/>
              </a:prstClr>
            </a:outerShdw>
          </a:effectLst>
        </p:grpSpPr>
        <p:sp>
          <p:nvSpPr>
            <p:cNvPr id="1088" name="Google Shape;1088;p49"/>
            <p:cNvSpPr/>
            <p:nvPr/>
          </p:nvSpPr>
          <p:spPr>
            <a:xfrm>
              <a:off x="4671750" y="3489575"/>
              <a:ext cx="101500" cy="16225"/>
            </a:xfrm>
            <a:custGeom>
              <a:avLst/>
              <a:gdLst/>
              <a:ahLst/>
              <a:cxnLst/>
              <a:rect l="l" t="t" r="r" b="b"/>
              <a:pathLst>
                <a:path w="4060" h="649" extrusionOk="0">
                  <a:moveTo>
                    <a:pt x="324" y="1"/>
                  </a:moveTo>
                  <a:cubicBezTo>
                    <a:pt x="144" y="1"/>
                    <a:pt x="0" y="146"/>
                    <a:pt x="0" y="324"/>
                  </a:cubicBezTo>
                  <a:cubicBezTo>
                    <a:pt x="0" y="504"/>
                    <a:pt x="144" y="648"/>
                    <a:pt x="324" y="648"/>
                  </a:cubicBezTo>
                  <a:lnTo>
                    <a:pt x="3736" y="648"/>
                  </a:lnTo>
                  <a:cubicBezTo>
                    <a:pt x="3916" y="648"/>
                    <a:pt x="4060" y="505"/>
                    <a:pt x="4060" y="324"/>
                  </a:cubicBezTo>
                  <a:cubicBezTo>
                    <a:pt x="4060" y="146"/>
                    <a:pt x="3916" y="1"/>
                    <a:pt x="37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sp>
          <p:nvSpPr>
            <p:cNvPr id="1089" name="Google Shape;1089;p49"/>
            <p:cNvSpPr/>
            <p:nvPr/>
          </p:nvSpPr>
          <p:spPr>
            <a:xfrm>
              <a:off x="4714350" y="3446925"/>
              <a:ext cx="16225" cy="101550"/>
            </a:xfrm>
            <a:custGeom>
              <a:avLst/>
              <a:gdLst/>
              <a:ahLst/>
              <a:cxnLst/>
              <a:rect l="l" t="t" r="r" b="b"/>
              <a:pathLst>
                <a:path w="649" h="4062" extrusionOk="0">
                  <a:moveTo>
                    <a:pt x="325" y="1"/>
                  </a:moveTo>
                  <a:cubicBezTo>
                    <a:pt x="146" y="1"/>
                    <a:pt x="1" y="146"/>
                    <a:pt x="1" y="324"/>
                  </a:cubicBezTo>
                  <a:lnTo>
                    <a:pt x="1" y="3738"/>
                  </a:lnTo>
                  <a:cubicBezTo>
                    <a:pt x="1" y="3917"/>
                    <a:pt x="146" y="4062"/>
                    <a:pt x="325" y="4062"/>
                  </a:cubicBezTo>
                  <a:cubicBezTo>
                    <a:pt x="506" y="4062"/>
                    <a:pt x="648" y="3917"/>
                    <a:pt x="648" y="3738"/>
                  </a:cubicBezTo>
                  <a:lnTo>
                    <a:pt x="648" y="324"/>
                  </a:lnTo>
                  <a:cubicBezTo>
                    <a:pt x="648" y="146"/>
                    <a:pt x="504" y="1"/>
                    <a:pt x="3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effectLst>
                  <a:outerShdw blurRad="38100" dist="38100" dir="2700000" algn="tl">
                    <a:srgbClr val="000000">
                      <a:alpha val="43137"/>
                    </a:srgbClr>
                  </a:outerShdw>
                </a:effectLst>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DE726-EEBA-F35A-2DDC-732791C55FC9}"/>
              </a:ext>
            </a:extLst>
          </p:cNvPr>
          <p:cNvSpPr>
            <a:spLocks noGrp="1"/>
          </p:cNvSpPr>
          <p:nvPr>
            <p:ph type="title"/>
          </p:nvPr>
        </p:nvSpPr>
        <p:spPr/>
        <p:txBody>
          <a:bodyPr/>
          <a:lstStyle/>
          <a:p>
            <a:r>
              <a:rPr lang="fr-FR" dirty="0">
                <a:effectLst>
                  <a:outerShdw blurRad="38100" dist="38100" dir="2700000" algn="tl">
                    <a:srgbClr val="000000">
                      <a:alpha val="43137"/>
                    </a:srgbClr>
                  </a:outerShdw>
                </a:effectLst>
              </a:rPr>
              <a:t>FONCTIONS DE TRI</a:t>
            </a:r>
            <a:endParaRPr lang="en-US" dirty="0">
              <a:effectLst>
                <a:outerShdw blurRad="38100" dist="38100" dir="2700000" algn="tl">
                  <a:srgbClr val="000000">
                    <a:alpha val="43137"/>
                  </a:srgbClr>
                </a:outerShdw>
              </a:effectLst>
            </a:endParaRPr>
          </a:p>
        </p:txBody>
      </p:sp>
      <p:pic>
        <p:nvPicPr>
          <p:cNvPr id="4" name="Picture 3">
            <a:extLst>
              <a:ext uri="{FF2B5EF4-FFF2-40B4-BE49-F238E27FC236}">
                <a16:creationId xmlns:a16="http://schemas.microsoft.com/office/drawing/2014/main" id="{D6BCFEB4-3414-F987-9F51-7983C91B2543}"/>
              </a:ext>
            </a:extLst>
          </p:cNvPr>
          <p:cNvPicPr>
            <a:picLocks noChangeAspect="1"/>
          </p:cNvPicPr>
          <p:nvPr/>
        </p:nvPicPr>
        <p:blipFill>
          <a:blip r:embed="rId2"/>
          <a:srcRect r="5870"/>
          <a:stretch>
            <a:fillRect/>
          </a:stretch>
        </p:blipFill>
        <p:spPr>
          <a:xfrm>
            <a:off x="720000" y="2257403"/>
            <a:ext cx="2830429" cy="457200"/>
          </a:xfrm>
          <a:prstGeom prst="rect">
            <a:avLst/>
          </a:prstGeom>
          <a:ln w="12700">
            <a:solidFill>
              <a:schemeClr val="accent4"/>
            </a:solidFill>
          </a:ln>
          <a:effectLst>
            <a:outerShdw blurRad="50800" dist="38100" dir="2700000" algn="tl" rotWithShape="0">
              <a:prstClr val="black">
                <a:alpha val="40000"/>
              </a:prstClr>
            </a:outerShdw>
          </a:effectLst>
        </p:spPr>
      </p:pic>
      <p:pic>
        <p:nvPicPr>
          <p:cNvPr id="6" name="Picture 5">
            <a:extLst>
              <a:ext uri="{FF2B5EF4-FFF2-40B4-BE49-F238E27FC236}">
                <a16:creationId xmlns:a16="http://schemas.microsoft.com/office/drawing/2014/main" id="{B7792240-12C1-C1B2-641D-6545D342B05F}"/>
              </a:ext>
            </a:extLst>
          </p:cNvPr>
          <p:cNvPicPr>
            <a:picLocks noChangeAspect="1"/>
          </p:cNvPicPr>
          <p:nvPr/>
        </p:nvPicPr>
        <p:blipFill>
          <a:blip r:embed="rId3"/>
          <a:srcRect r="4919"/>
          <a:stretch>
            <a:fillRect/>
          </a:stretch>
        </p:blipFill>
        <p:spPr>
          <a:xfrm>
            <a:off x="720000" y="3571721"/>
            <a:ext cx="3157340" cy="457200"/>
          </a:xfrm>
          <a:prstGeom prst="rect">
            <a:avLst/>
          </a:prstGeom>
          <a:ln w="12700">
            <a:solidFill>
              <a:schemeClr val="accent4"/>
            </a:solidFill>
          </a:ln>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15CF2BF4-57F1-2954-66D9-5ED6CECCC945}"/>
              </a:ext>
            </a:extLst>
          </p:cNvPr>
          <p:cNvPicPr>
            <a:picLocks noChangeAspect="1"/>
          </p:cNvPicPr>
          <p:nvPr/>
        </p:nvPicPr>
        <p:blipFill>
          <a:blip r:embed="rId4"/>
          <a:srcRect l="1" r="7779"/>
          <a:stretch>
            <a:fillRect/>
          </a:stretch>
        </p:blipFill>
        <p:spPr>
          <a:xfrm>
            <a:off x="720000" y="4228880"/>
            <a:ext cx="3124735" cy="457200"/>
          </a:xfrm>
          <a:prstGeom prst="rect">
            <a:avLst/>
          </a:prstGeom>
          <a:ln w="12700">
            <a:solidFill>
              <a:schemeClr val="accent4"/>
            </a:solidFill>
          </a:ln>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E179F5F4-4F33-D081-D400-9FCBD40036C7}"/>
              </a:ext>
            </a:extLst>
          </p:cNvPr>
          <p:cNvPicPr>
            <a:picLocks noChangeAspect="1"/>
          </p:cNvPicPr>
          <p:nvPr/>
        </p:nvPicPr>
        <p:blipFill>
          <a:blip r:embed="rId5"/>
          <a:srcRect r="1718"/>
          <a:stretch>
            <a:fillRect/>
          </a:stretch>
        </p:blipFill>
        <p:spPr>
          <a:xfrm>
            <a:off x="720000" y="2914562"/>
            <a:ext cx="3303278" cy="457200"/>
          </a:xfrm>
          <a:prstGeom prst="rect">
            <a:avLst/>
          </a:prstGeom>
          <a:ln w="12700">
            <a:solidFill>
              <a:schemeClr val="accent4"/>
            </a:solidFill>
          </a:ln>
          <a:effectLst>
            <a:outerShdw blurRad="50800" dist="38100" dir="2700000" algn="tl" rotWithShape="0">
              <a:prstClr val="black">
                <a:alpha val="40000"/>
              </a:prstClr>
            </a:outerShdw>
          </a:effectLst>
        </p:spPr>
      </p:pic>
      <p:pic>
        <p:nvPicPr>
          <p:cNvPr id="12" name="Picture 11">
            <a:extLst>
              <a:ext uri="{FF2B5EF4-FFF2-40B4-BE49-F238E27FC236}">
                <a16:creationId xmlns:a16="http://schemas.microsoft.com/office/drawing/2014/main" id="{BE7F68BE-93F1-01D3-68C8-0D9D55DD17DC}"/>
              </a:ext>
            </a:extLst>
          </p:cNvPr>
          <p:cNvPicPr>
            <a:picLocks noChangeAspect="1"/>
          </p:cNvPicPr>
          <p:nvPr/>
        </p:nvPicPr>
        <p:blipFill>
          <a:blip r:embed="rId6"/>
          <a:srcRect r="1385"/>
          <a:stretch>
            <a:fillRect/>
          </a:stretch>
        </p:blipFill>
        <p:spPr>
          <a:xfrm>
            <a:off x="720000" y="1600244"/>
            <a:ext cx="3393373" cy="457200"/>
          </a:xfrm>
          <a:prstGeom prst="rect">
            <a:avLst/>
          </a:prstGeom>
          <a:ln w="12700">
            <a:solidFill>
              <a:schemeClr val="accent4"/>
            </a:solidFill>
          </a:ln>
          <a:effectLst>
            <a:outerShdw blurRad="50800" dist="38100" dir="2700000" algn="tl" rotWithShape="0">
              <a:prstClr val="black">
                <a:alpha val="40000"/>
              </a:prstClr>
            </a:outerShdw>
          </a:effectLst>
        </p:spPr>
      </p:pic>
      <p:sp>
        <p:nvSpPr>
          <p:cNvPr id="13" name="Google Shape;999;p47">
            <a:extLst>
              <a:ext uri="{FF2B5EF4-FFF2-40B4-BE49-F238E27FC236}">
                <a16:creationId xmlns:a16="http://schemas.microsoft.com/office/drawing/2014/main" id="{1551C5EB-61F4-E422-02AC-85D6F5F283B6}"/>
              </a:ext>
            </a:extLst>
          </p:cNvPr>
          <p:cNvSpPr txBox="1">
            <a:spLocks/>
          </p:cNvSpPr>
          <p:nvPr/>
        </p:nvSpPr>
        <p:spPr>
          <a:xfrm>
            <a:off x="4572000" y="2066623"/>
            <a:ext cx="4299978" cy="2162257"/>
          </a:xfrm>
          <a:prstGeom prst="rect">
            <a:avLst/>
          </a:prstGeom>
          <a:noFill/>
          <a:ln>
            <a:noFill/>
          </a:ln>
          <a:effectLst>
            <a:outerShdw blurRad="50800" dist="38100" dir="2700000" algn="tl"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1pPr>
            <a:lvl2pPr marL="914400" marR="0" lvl="1"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2pPr>
            <a:lvl3pPr marL="1371600" marR="0" lvl="2"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3pPr>
            <a:lvl4pPr marL="1828800" marR="0" lvl="3"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4pPr>
            <a:lvl5pPr marL="2286000" marR="0" lvl="4"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5pPr>
            <a:lvl6pPr marL="2743200" marR="0" lvl="5"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6pPr>
            <a:lvl7pPr marL="3200400" marR="0" lvl="6"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7pPr>
            <a:lvl8pPr marL="3657600" marR="0" lvl="7"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8pPr>
            <a:lvl9pPr marL="4114800" marR="0" lvl="8" indent="-317500" algn="l" rtl="0">
              <a:lnSpc>
                <a:spcPct val="100000"/>
              </a:lnSpc>
              <a:spcBef>
                <a:spcPts val="1600"/>
              </a:spcBef>
              <a:spcAft>
                <a:spcPts val="160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9pPr>
          </a:lstStyle>
          <a:p>
            <a:pPr marL="285750" indent="-285750">
              <a:spcAft>
                <a:spcPts val="1600"/>
              </a:spcAft>
            </a:pPr>
            <a:r>
              <a:rPr lang="fr-FR" dirty="0">
                <a:effectLst>
                  <a:outerShdw blurRad="38100" dist="38100" dir="2700000" algn="tl">
                    <a:srgbClr val="000000">
                      <a:alpha val="43137"/>
                    </a:srgbClr>
                  </a:outerShdw>
                </a:effectLst>
              </a:rPr>
              <a:t>Tri des locations par coût total</a:t>
            </a:r>
          </a:p>
          <a:p>
            <a:pPr marL="285750" indent="-285750">
              <a:spcAft>
                <a:spcPts val="1600"/>
              </a:spcAft>
            </a:pPr>
            <a:r>
              <a:rPr lang="fr-FR" dirty="0">
                <a:effectLst>
                  <a:outerShdw blurRad="38100" dist="38100" dir="2700000" algn="tl">
                    <a:srgbClr val="000000">
                      <a:alpha val="43137"/>
                    </a:srgbClr>
                  </a:outerShdw>
                </a:effectLst>
              </a:rPr>
              <a:t>Génération d’un rapport de rentabilité</a:t>
            </a:r>
          </a:p>
          <a:p>
            <a:pPr marL="285750" indent="-285750">
              <a:spcAft>
                <a:spcPts val="1600"/>
              </a:spcAft>
            </a:pPr>
            <a:r>
              <a:rPr lang="fr-FR" dirty="0">
                <a:effectLst>
                  <a:outerShdw blurRad="38100" dist="38100" dir="2700000" algn="tl">
                    <a:srgbClr val="000000">
                      <a:alpha val="43137"/>
                    </a:srgbClr>
                  </a:outerShdw>
                </a:effectLst>
              </a:rPr>
              <a:t>Tri alphabétique des clients</a:t>
            </a:r>
          </a:p>
          <a:p>
            <a:pPr marL="285750" indent="-285750">
              <a:spcAft>
                <a:spcPts val="1600"/>
              </a:spcAft>
            </a:pPr>
            <a:r>
              <a:rPr lang="fr-FR" dirty="0">
                <a:effectLst>
                  <a:outerShdw blurRad="38100" dist="38100" dir="2700000" algn="tl">
                    <a:srgbClr val="000000">
                      <a:alpha val="43137"/>
                    </a:srgbClr>
                  </a:outerShdw>
                </a:effectLst>
              </a:rPr>
              <a:t>Recherche d’un client</a:t>
            </a:r>
          </a:p>
          <a:p>
            <a:pPr marL="285750" indent="-285750">
              <a:spcAft>
                <a:spcPts val="1600"/>
              </a:spcAft>
            </a:pPr>
            <a:r>
              <a:rPr lang="fr-FR" dirty="0">
                <a:effectLst>
                  <a:outerShdw blurRad="38100" dist="38100" dir="2700000" algn="tl">
                    <a:srgbClr val="000000">
                      <a:alpha val="43137"/>
                    </a:srgbClr>
                  </a:outerShdw>
                </a:effectLst>
              </a:rPr>
              <a:t>Modification de la durée d’une location</a:t>
            </a:r>
          </a:p>
        </p:txBody>
      </p:sp>
    </p:spTree>
    <p:extLst>
      <p:ext uri="{BB962C8B-B14F-4D97-AF65-F5344CB8AC3E}">
        <p14:creationId xmlns:p14="http://schemas.microsoft.com/office/powerpoint/2010/main" val="1816527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0B8A0-2499-0FD9-E199-E6FD9658B0AD}"/>
              </a:ext>
            </a:extLst>
          </p:cNvPr>
          <p:cNvSpPr>
            <a:spLocks noGrp="1"/>
          </p:cNvSpPr>
          <p:nvPr>
            <p:ph type="title"/>
          </p:nvPr>
        </p:nvSpPr>
        <p:spPr/>
        <p:txBody>
          <a:bodyPr/>
          <a:lstStyle/>
          <a:p>
            <a:r>
              <a:rPr lang="fr-FR" dirty="0">
                <a:solidFill>
                  <a:schemeClr val="accent4"/>
                </a:solidFill>
                <a:effectLst>
                  <a:outerShdw blurRad="38100" dist="38100" dir="2700000" algn="tl">
                    <a:srgbClr val="000000">
                      <a:alpha val="43137"/>
                    </a:srgbClr>
                  </a:outerShdw>
                </a:effectLst>
              </a:rPr>
              <a:t>RAPPORT ET MODIFICATION</a:t>
            </a:r>
            <a:endParaRPr lang="en-US" dirty="0">
              <a:effectLst>
                <a:outerShdw blurRad="38100" dist="38100" dir="2700000" algn="tl">
                  <a:srgbClr val="000000">
                    <a:alpha val="43137"/>
                  </a:srgbClr>
                </a:outerShdw>
              </a:effectLst>
            </a:endParaRPr>
          </a:p>
        </p:txBody>
      </p:sp>
      <p:pic>
        <p:nvPicPr>
          <p:cNvPr id="4" name="Picture 3">
            <a:extLst>
              <a:ext uri="{FF2B5EF4-FFF2-40B4-BE49-F238E27FC236}">
                <a16:creationId xmlns:a16="http://schemas.microsoft.com/office/drawing/2014/main" id="{2E38B6DF-0D46-0276-9023-139736B98341}"/>
              </a:ext>
            </a:extLst>
          </p:cNvPr>
          <p:cNvPicPr>
            <a:picLocks noChangeAspect="1"/>
          </p:cNvPicPr>
          <p:nvPr/>
        </p:nvPicPr>
        <p:blipFill>
          <a:blip r:embed="rId2"/>
          <a:stretch>
            <a:fillRect/>
          </a:stretch>
        </p:blipFill>
        <p:spPr>
          <a:xfrm>
            <a:off x="1053390" y="1866071"/>
            <a:ext cx="7037219" cy="2377440"/>
          </a:xfrm>
          <a:prstGeom prst="rect">
            <a:avLst/>
          </a:prstGeom>
          <a:ln w="12700">
            <a:solidFill>
              <a:schemeClr val="accent4"/>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32060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FF435-CEC6-7DB9-71B0-F6FA81A0CEAC}"/>
              </a:ext>
            </a:extLst>
          </p:cNvPr>
          <p:cNvSpPr>
            <a:spLocks noGrp="1"/>
          </p:cNvSpPr>
          <p:nvPr>
            <p:ph type="title"/>
          </p:nvPr>
        </p:nvSpPr>
        <p:spPr/>
        <p:txBody>
          <a:bodyPr/>
          <a:lstStyle/>
          <a:p>
            <a:r>
              <a:rPr lang="en-US" dirty="0">
                <a:effectLst>
                  <a:outerShdw blurRad="38100" dist="38100" dir="2700000" algn="tl">
                    <a:srgbClr val="000000">
                      <a:alpha val="43137"/>
                    </a:srgbClr>
                  </a:outerShdw>
                </a:effectLst>
              </a:rPr>
              <a:t>EXEMPLE D’EXECUTION</a:t>
            </a:r>
          </a:p>
        </p:txBody>
      </p:sp>
      <p:pic>
        <p:nvPicPr>
          <p:cNvPr id="4" name="Picture 3">
            <a:extLst>
              <a:ext uri="{FF2B5EF4-FFF2-40B4-BE49-F238E27FC236}">
                <a16:creationId xmlns:a16="http://schemas.microsoft.com/office/drawing/2014/main" id="{587428CA-BCC4-DBC3-5D69-51BC64E3B66C}"/>
              </a:ext>
            </a:extLst>
          </p:cNvPr>
          <p:cNvPicPr>
            <a:picLocks noChangeAspect="1"/>
          </p:cNvPicPr>
          <p:nvPr/>
        </p:nvPicPr>
        <p:blipFill>
          <a:blip r:embed="rId2"/>
          <a:stretch>
            <a:fillRect/>
          </a:stretch>
        </p:blipFill>
        <p:spPr>
          <a:xfrm>
            <a:off x="496388" y="1772865"/>
            <a:ext cx="4075612" cy="2377440"/>
          </a:xfrm>
          <a:prstGeom prst="rect">
            <a:avLst/>
          </a:prstGeom>
          <a:ln w="12700">
            <a:solidFill>
              <a:schemeClr val="accent4"/>
            </a:solidFill>
          </a:ln>
          <a:effectLst>
            <a:outerShdw blurRad="50800" dist="38100" dir="2700000" algn="tl" rotWithShape="0">
              <a:prstClr val="black">
                <a:alpha val="40000"/>
              </a:prstClr>
            </a:outerShdw>
          </a:effectLst>
        </p:spPr>
      </p:pic>
      <p:sp>
        <p:nvSpPr>
          <p:cNvPr id="5" name="Google Shape;999;p47">
            <a:extLst>
              <a:ext uri="{FF2B5EF4-FFF2-40B4-BE49-F238E27FC236}">
                <a16:creationId xmlns:a16="http://schemas.microsoft.com/office/drawing/2014/main" id="{C26DACF6-4F58-3A6D-1D1C-01857CE87F8F}"/>
              </a:ext>
            </a:extLst>
          </p:cNvPr>
          <p:cNvSpPr txBox="1">
            <a:spLocks/>
          </p:cNvSpPr>
          <p:nvPr/>
        </p:nvSpPr>
        <p:spPr>
          <a:xfrm>
            <a:off x="5299706" y="2015921"/>
            <a:ext cx="3124294" cy="1891328"/>
          </a:xfrm>
          <a:prstGeom prst="rect">
            <a:avLst/>
          </a:prstGeom>
          <a:noFill/>
          <a:ln>
            <a:noFill/>
          </a:ln>
          <a:effectLst>
            <a:outerShdw blurRad="50800" dist="38100" dir="2700000" algn="tl"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1pPr>
            <a:lvl2pPr marL="914400" marR="0" lvl="1"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2pPr>
            <a:lvl3pPr marL="1371600" marR="0" lvl="2"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3pPr>
            <a:lvl4pPr marL="1828800" marR="0" lvl="3"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4pPr>
            <a:lvl5pPr marL="2286000" marR="0" lvl="4"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5pPr>
            <a:lvl6pPr marL="2743200" marR="0" lvl="5"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6pPr>
            <a:lvl7pPr marL="3200400" marR="0" lvl="6"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7pPr>
            <a:lvl8pPr marL="3657600" marR="0" lvl="7" indent="-317500" algn="l" rtl="0">
              <a:lnSpc>
                <a:spcPct val="100000"/>
              </a:lnSpc>
              <a:spcBef>
                <a:spcPts val="1600"/>
              </a:spcBef>
              <a:spcAft>
                <a:spcPts val="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8pPr>
            <a:lvl9pPr marL="4114800" marR="0" lvl="8" indent="-317500" algn="l" rtl="0">
              <a:lnSpc>
                <a:spcPct val="100000"/>
              </a:lnSpc>
              <a:spcBef>
                <a:spcPts val="1600"/>
              </a:spcBef>
              <a:spcAft>
                <a:spcPts val="1600"/>
              </a:spcAft>
              <a:buClr>
                <a:schemeClr val="dk1"/>
              </a:buClr>
              <a:buSzPts val="1400"/>
              <a:buFont typeface="Didact Gothic"/>
              <a:buChar char="■"/>
              <a:defRPr sz="1400" b="0" i="0" u="none" strike="noStrike" cap="none">
                <a:solidFill>
                  <a:schemeClr val="dk1"/>
                </a:solidFill>
                <a:latin typeface="Didact Gothic"/>
                <a:ea typeface="Didact Gothic"/>
                <a:cs typeface="Didact Gothic"/>
                <a:sym typeface="Didact Gothic"/>
              </a:defRPr>
            </a:lvl9pPr>
          </a:lstStyle>
          <a:p>
            <a:pPr marL="285750" indent="-285750">
              <a:spcAft>
                <a:spcPts val="1600"/>
              </a:spcAft>
            </a:pPr>
            <a:r>
              <a:rPr lang="fr-FR" dirty="0">
                <a:effectLst>
                  <a:outerShdw blurRad="38100" dist="38100" dir="2700000" algn="tl">
                    <a:srgbClr val="000000">
                      <a:alpha val="43137"/>
                    </a:srgbClr>
                  </a:outerShdw>
                </a:effectLst>
              </a:rPr>
              <a:t>Exemple réel d’utilisation du programme</a:t>
            </a:r>
          </a:p>
          <a:p>
            <a:pPr marL="285750" indent="-285750">
              <a:spcAft>
                <a:spcPts val="1600"/>
              </a:spcAft>
            </a:pPr>
            <a:r>
              <a:rPr lang="fr-FR" dirty="0">
                <a:effectLst>
                  <a:outerShdw blurRad="38100" dist="38100" dir="2700000" algn="tl">
                    <a:srgbClr val="000000">
                      <a:alpha val="43137"/>
                    </a:srgbClr>
                  </a:outerShdw>
                </a:effectLst>
              </a:rPr>
              <a:t>Affichage automatique des résultats</a:t>
            </a:r>
          </a:p>
          <a:p>
            <a:pPr marL="285750" indent="-285750">
              <a:spcAft>
                <a:spcPts val="1600"/>
              </a:spcAft>
            </a:pPr>
            <a:r>
              <a:rPr lang="fr-FR" dirty="0">
                <a:effectLst>
                  <a:outerShdw blurRad="38100" dist="38100" dir="2700000" algn="tl">
                    <a:srgbClr val="000000">
                      <a:alpha val="43137"/>
                    </a:srgbClr>
                  </a:outerShdw>
                </a:effectLst>
              </a:rPr>
              <a:t>Interaction avec l’utilisateur via le menu</a:t>
            </a:r>
          </a:p>
        </p:txBody>
      </p:sp>
    </p:spTree>
    <p:extLst>
      <p:ext uri="{BB962C8B-B14F-4D97-AF65-F5344CB8AC3E}">
        <p14:creationId xmlns:p14="http://schemas.microsoft.com/office/powerpoint/2010/main" val="1285406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38"/>
        <p:cNvGrpSpPr/>
        <p:nvPr/>
      </p:nvGrpSpPr>
      <p:grpSpPr>
        <a:xfrm>
          <a:off x="0" y="0"/>
          <a:ext cx="0" cy="0"/>
          <a:chOff x="0" y="0"/>
          <a:chExt cx="0" cy="0"/>
        </a:xfrm>
      </p:grpSpPr>
      <p:sp>
        <p:nvSpPr>
          <p:cNvPr id="1339" name="Google Shape;1339;p55"/>
          <p:cNvSpPr txBox="1">
            <a:spLocks noGrp="1"/>
          </p:cNvSpPr>
          <p:nvPr>
            <p:ph type="ctrTitle"/>
          </p:nvPr>
        </p:nvSpPr>
        <p:spPr>
          <a:xfrm>
            <a:off x="674386" y="1031601"/>
            <a:ext cx="4377900" cy="275718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accent4"/>
                </a:solidFill>
              </a:rPr>
              <a:t>MERCI POUR </a:t>
            </a:r>
            <a:r>
              <a:rPr lang="en" dirty="0">
                <a:solidFill>
                  <a:schemeClr val="tx1"/>
                </a:solidFill>
              </a:rPr>
              <a:t>VOTRE</a:t>
            </a:r>
            <a:r>
              <a:rPr lang="en" dirty="0">
                <a:solidFill>
                  <a:schemeClr val="accent4"/>
                </a:solidFill>
              </a:rPr>
              <a:t> ATTENTION</a:t>
            </a:r>
            <a:r>
              <a:rPr lang="en" dirty="0"/>
              <a:t>!</a:t>
            </a:r>
            <a:endParaRPr dirty="0"/>
          </a:p>
        </p:txBody>
      </p:sp>
      <p:grpSp>
        <p:nvGrpSpPr>
          <p:cNvPr id="1380" name="Google Shape;1380;p55"/>
          <p:cNvGrpSpPr/>
          <p:nvPr/>
        </p:nvGrpSpPr>
        <p:grpSpPr>
          <a:xfrm>
            <a:off x="5570238" y="1294261"/>
            <a:ext cx="2570221" cy="2843222"/>
            <a:chOff x="5570238" y="1294261"/>
            <a:chExt cx="2570221" cy="2843222"/>
          </a:xfrm>
        </p:grpSpPr>
        <p:grpSp>
          <p:nvGrpSpPr>
            <p:cNvPr id="1381" name="Google Shape;1381;p55"/>
            <p:cNvGrpSpPr/>
            <p:nvPr/>
          </p:nvGrpSpPr>
          <p:grpSpPr>
            <a:xfrm>
              <a:off x="5754716" y="1294261"/>
              <a:ext cx="2385743" cy="2843222"/>
              <a:chOff x="5754716" y="1294261"/>
              <a:chExt cx="2385743" cy="2843222"/>
            </a:xfrm>
          </p:grpSpPr>
          <p:sp>
            <p:nvSpPr>
              <p:cNvPr id="1382" name="Google Shape;1382;p55"/>
              <p:cNvSpPr/>
              <p:nvPr/>
            </p:nvSpPr>
            <p:spPr>
              <a:xfrm>
                <a:off x="5980518" y="2102591"/>
                <a:ext cx="1841655" cy="1808962"/>
              </a:xfrm>
              <a:custGeom>
                <a:avLst/>
                <a:gdLst/>
                <a:ahLst/>
                <a:cxnLst/>
                <a:rect l="l" t="t" r="r" b="b"/>
                <a:pathLst>
                  <a:path w="14477" h="14220" extrusionOk="0">
                    <a:moveTo>
                      <a:pt x="3872" y="0"/>
                    </a:moveTo>
                    <a:cubicBezTo>
                      <a:pt x="1560" y="1299"/>
                      <a:pt x="1" y="3776"/>
                      <a:pt x="1" y="6618"/>
                    </a:cubicBezTo>
                    <a:cubicBezTo>
                      <a:pt x="1" y="10818"/>
                      <a:pt x="3403" y="14219"/>
                      <a:pt x="7602" y="14219"/>
                    </a:cubicBezTo>
                    <a:cubicBezTo>
                      <a:pt x="10640" y="14219"/>
                      <a:pt x="13257" y="12437"/>
                      <a:pt x="14476" y="9862"/>
                    </a:cubicBezTo>
                    <a:lnTo>
                      <a:pt x="14476" y="9862"/>
                    </a:lnTo>
                    <a:cubicBezTo>
                      <a:pt x="13558" y="10136"/>
                      <a:pt x="12785" y="10259"/>
                      <a:pt x="12127" y="10259"/>
                    </a:cubicBezTo>
                    <a:cubicBezTo>
                      <a:pt x="6605" y="10259"/>
                      <a:pt x="9298" y="1560"/>
                      <a:pt x="3872" y="0"/>
                    </a:cubicBezTo>
                    <a:close/>
                  </a:path>
                </a:pathLst>
              </a:custGeom>
              <a:solidFill>
                <a:srgbClr val="E8A1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55"/>
              <p:cNvSpPr/>
              <p:nvPr/>
            </p:nvSpPr>
            <p:spPr>
              <a:xfrm>
                <a:off x="6104677" y="2110224"/>
                <a:ext cx="842783" cy="834514"/>
              </a:xfrm>
              <a:custGeom>
                <a:avLst/>
                <a:gdLst/>
                <a:ahLst/>
                <a:cxnLst/>
                <a:rect l="l" t="t" r="r" b="b"/>
                <a:pathLst>
                  <a:path w="6625" h="6560" extrusionOk="0">
                    <a:moveTo>
                      <a:pt x="5776" y="1"/>
                    </a:moveTo>
                    <a:cubicBezTo>
                      <a:pt x="5736" y="1"/>
                      <a:pt x="5695" y="4"/>
                      <a:pt x="5655" y="10"/>
                    </a:cubicBezTo>
                    <a:cubicBezTo>
                      <a:pt x="2775" y="432"/>
                      <a:pt x="500" y="2709"/>
                      <a:pt x="76" y="5588"/>
                    </a:cubicBezTo>
                    <a:cubicBezTo>
                      <a:pt x="1" y="6102"/>
                      <a:pt x="412" y="6560"/>
                      <a:pt x="930" y="6560"/>
                    </a:cubicBezTo>
                    <a:lnTo>
                      <a:pt x="937" y="6560"/>
                    </a:lnTo>
                    <a:cubicBezTo>
                      <a:pt x="1262" y="6558"/>
                      <a:pt x="1533" y="6308"/>
                      <a:pt x="1620" y="5993"/>
                    </a:cubicBezTo>
                    <a:cubicBezTo>
                      <a:pt x="2297" y="3548"/>
                      <a:pt x="3838" y="2147"/>
                      <a:pt x="6054" y="1554"/>
                    </a:cubicBezTo>
                    <a:cubicBezTo>
                      <a:pt x="6370" y="1470"/>
                      <a:pt x="6623" y="1200"/>
                      <a:pt x="6625" y="874"/>
                    </a:cubicBezTo>
                    <a:lnTo>
                      <a:pt x="6625" y="866"/>
                    </a:lnTo>
                    <a:cubicBezTo>
                      <a:pt x="6625" y="388"/>
                      <a:pt x="6238" y="1"/>
                      <a:pt x="57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55"/>
              <p:cNvSpPr/>
              <p:nvPr/>
            </p:nvSpPr>
            <p:spPr>
              <a:xfrm>
                <a:off x="7256714" y="2749848"/>
                <a:ext cx="329608" cy="329735"/>
              </a:xfrm>
              <a:custGeom>
                <a:avLst/>
                <a:gdLst/>
                <a:ahLst/>
                <a:cxnLst/>
                <a:rect l="l" t="t" r="r" b="b"/>
                <a:pathLst>
                  <a:path w="2591" h="2592" extrusionOk="0">
                    <a:moveTo>
                      <a:pt x="1296" y="1"/>
                    </a:moveTo>
                    <a:cubicBezTo>
                      <a:pt x="580" y="1"/>
                      <a:pt x="0" y="581"/>
                      <a:pt x="0" y="1296"/>
                    </a:cubicBezTo>
                    <a:cubicBezTo>
                      <a:pt x="0" y="2013"/>
                      <a:pt x="580" y="2592"/>
                      <a:pt x="1296" y="2592"/>
                    </a:cubicBezTo>
                    <a:cubicBezTo>
                      <a:pt x="2012" y="2592"/>
                      <a:pt x="2591" y="2013"/>
                      <a:pt x="2591" y="1296"/>
                    </a:cubicBezTo>
                    <a:cubicBezTo>
                      <a:pt x="2591" y="581"/>
                      <a:pt x="2012" y="1"/>
                      <a:pt x="12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55"/>
              <p:cNvSpPr/>
              <p:nvPr/>
            </p:nvSpPr>
            <p:spPr>
              <a:xfrm>
                <a:off x="7027350" y="2410191"/>
                <a:ext cx="129884" cy="129884"/>
              </a:xfrm>
              <a:custGeom>
                <a:avLst/>
                <a:gdLst/>
                <a:ahLst/>
                <a:cxnLst/>
                <a:rect l="l" t="t" r="r" b="b"/>
                <a:pathLst>
                  <a:path w="1021" h="1021" extrusionOk="0">
                    <a:moveTo>
                      <a:pt x="511" y="1"/>
                    </a:moveTo>
                    <a:cubicBezTo>
                      <a:pt x="228" y="1"/>
                      <a:pt x="0" y="230"/>
                      <a:pt x="0" y="512"/>
                    </a:cubicBezTo>
                    <a:cubicBezTo>
                      <a:pt x="0" y="793"/>
                      <a:pt x="228" y="1021"/>
                      <a:pt x="511" y="1021"/>
                    </a:cubicBezTo>
                    <a:cubicBezTo>
                      <a:pt x="792" y="1021"/>
                      <a:pt x="1020" y="793"/>
                      <a:pt x="1020" y="512"/>
                    </a:cubicBezTo>
                    <a:cubicBezTo>
                      <a:pt x="1020" y="230"/>
                      <a:pt x="792" y="1"/>
                      <a:pt x="51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55"/>
              <p:cNvSpPr/>
              <p:nvPr/>
            </p:nvSpPr>
            <p:spPr>
              <a:xfrm>
                <a:off x="5754716" y="1581020"/>
                <a:ext cx="2385743" cy="2556462"/>
              </a:xfrm>
              <a:custGeom>
                <a:avLst/>
                <a:gdLst/>
                <a:ahLst/>
                <a:cxnLst/>
                <a:rect l="l" t="t" r="r" b="b"/>
                <a:pathLst>
                  <a:path w="18754" h="20096" extrusionOk="0">
                    <a:moveTo>
                      <a:pt x="10349" y="398"/>
                    </a:moveTo>
                    <a:cubicBezTo>
                      <a:pt x="10434" y="462"/>
                      <a:pt x="10524" y="518"/>
                      <a:pt x="10619" y="562"/>
                    </a:cubicBezTo>
                    <a:lnTo>
                      <a:pt x="15924" y="3063"/>
                    </a:lnTo>
                    <a:cubicBezTo>
                      <a:pt x="16019" y="3108"/>
                      <a:pt x="16120" y="3145"/>
                      <a:pt x="16226" y="3169"/>
                    </a:cubicBezTo>
                    <a:lnTo>
                      <a:pt x="15767" y="4140"/>
                    </a:lnTo>
                    <a:cubicBezTo>
                      <a:pt x="15740" y="4199"/>
                      <a:pt x="15751" y="4268"/>
                      <a:pt x="15796" y="4314"/>
                    </a:cubicBezTo>
                    <a:cubicBezTo>
                      <a:pt x="17507" y="6023"/>
                      <a:pt x="18449" y="8298"/>
                      <a:pt x="18449" y="10720"/>
                    </a:cubicBezTo>
                    <a:cubicBezTo>
                      <a:pt x="18449" y="15721"/>
                      <a:pt x="14379" y="19791"/>
                      <a:pt x="9377" y="19791"/>
                    </a:cubicBezTo>
                    <a:cubicBezTo>
                      <a:pt x="4377" y="19791"/>
                      <a:pt x="307" y="15721"/>
                      <a:pt x="307" y="10720"/>
                    </a:cubicBezTo>
                    <a:cubicBezTo>
                      <a:pt x="307" y="5720"/>
                      <a:pt x="4374" y="1650"/>
                      <a:pt x="9377" y="1650"/>
                    </a:cubicBezTo>
                    <a:lnTo>
                      <a:pt x="9386" y="1650"/>
                    </a:lnTo>
                    <a:cubicBezTo>
                      <a:pt x="9477" y="1650"/>
                      <a:pt x="9568" y="1650"/>
                      <a:pt x="9657" y="1657"/>
                    </a:cubicBezTo>
                    <a:cubicBezTo>
                      <a:pt x="9658" y="1657"/>
                      <a:pt x="9659" y="1657"/>
                      <a:pt x="9661" y="1657"/>
                    </a:cubicBezTo>
                    <a:cubicBezTo>
                      <a:pt x="9727" y="1657"/>
                      <a:pt x="9790" y="1619"/>
                      <a:pt x="9811" y="1555"/>
                    </a:cubicBezTo>
                    <a:cubicBezTo>
                      <a:pt x="9829" y="1498"/>
                      <a:pt x="9853" y="1446"/>
                      <a:pt x="9878" y="1393"/>
                    </a:cubicBezTo>
                    <a:lnTo>
                      <a:pt x="10349" y="398"/>
                    </a:lnTo>
                    <a:close/>
                    <a:moveTo>
                      <a:pt x="10298" y="0"/>
                    </a:moveTo>
                    <a:cubicBezTo>
                      <a:pt x="10290" y="0"/>
                      <a:pt x="10281" y="1"/>
                      <a:pt x="10272" y="2"/>
                    </a:cubicBezTo>
                    <a:cubicBezTo>
                      <a:pt x="10222" y="10"/>
                      <a:pt x="10179" y="42"/>
                      <a:pt x="10159" y="86"/>
                    </a:cubicBezTo>
                    <a:lnTo>
                      <a:pt x="9602" y="1264"/>
                    </a:lnTo>
                    <a:cubicBezTo>
                      <a:pt x="9588" y="1292"/>
                      <a:pt x="9576" y="1320"/>
                      <a:pt x="9563" y="1349"/>
                    </a:cubicBezTo>
                    <a:cubicBezTo>
                      <a:pt x="9502" y="1348"/>
                      <a:pt x="9440" y="1348"/>
                      <a:pt x="9377" y="1348"/>
                    </a:cubicBezTo>
                    <a:cubicBezTo>
                      <a:pt x="4208" y="1348"/>
                      <a:pt x="1" y="5553"/>
                      <a:pt x="1" y="10723"/>
                    </a:cubicBezTo>
                    <a:cubicBezTo>
                      <a:pt x="1" y="15891"/>
                      <a:pt x="4208" y="20096"/>
                      <a:pt x="9377" y="20096"/>
                    </a:cubicBezTo>
                    <a:cubicBezTo>
                      <a:pt x="14545" y="20096"/>
                      <a:pt x="18752" y="15891"/>
                      <a:pt x="18753" y="10726"/>
                    </a:cubicBezTo>
                    <a:cubicBezTo>
                      <a:pt x="18753" y="8259"/>
                      <a:pt x="17808" y="5937"/>
                      <a:pt x="16089" y="4180"/>
                    </a:cubicBezTo>
                    <a:lnTo>
                      <a:pt x="16588" y="3120"/>
                    </a:lnTo>
                    <a:cubicBezTo>
                      <a:pt x="16610" y="3073"/>
                      <a:pt x="16609" y="3020"/>
                      <a:pt x="16582" y="2977"/>
                    </a:cubicBezTo>
                    <a:cubicBezTo>
                      <a:pt x="16557" y="2933"/>
                      <a:pt x="16513" y="2907"/>
                      <a:pt x="16463" y="2902"/>
                    </a:cubicBezTo>
                    <a:cubicBezTo>
                      <a:pt x="16322" y="2892"/>
                      <a:pt x="16185" y="2855"/>
                      <a:pt x="16057" y="2792"/>
                    </a:cubicBezTo>
                    <a:lnTo>
                      <a:pt x="10750" y="290"/>
                    </a:lnTo>
                    <a:cubicBezTo>
                      <a:pt x="10625" y="231"/>
                      <a:pt x="10509" y="148"/>
                      <a:pt x="10406" y="45"/>
                    </a:cubicBezTo>
                    <a:cubicBezTo>
                      <a:pt x="10377" y="16"/>
                      <a:pt x="10338" y="0"/>
                      <a:pt x="10298" y="0"/>
                    </a:cubicBezTo>
                    <a:close/>
                  </a:path>
                </a:pathLst>
              </a:custGeom>
              <a:solidFill>
                <a:schemeClr val="dk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55"/>
              <p:cNvSpPr/>
              <p:nvPr/>
            </p:nvSpPr>
            <p:spPr>
              <a:xfrm>
                <a:off x="7005364" y="1294261"/>
                <a:ext cx="1064641" cy="668247"/>
              </a:xfrm>
              <a:custGeom>
                <a:avLst/>
                <a:gdLst/>
                <a:ahLst/>
                <a:cxnLst/>
                <a:rect l="l" t="t" r="r" b="b"/>
                <a:pathLst>
                  <a:path w="8369" h="5253" extrusionOk="0">
                    <a:moveTo>
                      <a:pt x="1499" y="1"/>
                    </a:moveTo>
                    <a:cubicBezTo>
                      <a:pt x="982" y="1"/>
                      <a:pt x="489" y="292"/>
                      <a:pt x="252" y="790"/>
                    </a:cubicBezTo>
                    <a:cubicBezTo>
                      <a:pt x="0" y="1329"/>
                      <a:pt x="124" y="1945"/>
                      <a:pt x="523" y="2344"/>
                    </a:cubicBezTo>
                    <a:cubicBezTo>
                      <a:pt x="633" y="2455"/>
                      <a:pt x="760" y="2549"/>
                      <a:pt x="908" y="2618"/>
                    </a:cubicBezTo>
                    <a:lnTo>
                      <a:pt x="6215" y="5119"/>
                    </a:lnTo>
                    <a:cubicBezTo>
                      <a:pt x="6365" y="5192"/>
                      <a:pt x="6521" y="5231"/>
                      <a:pt x="6675" y="5244"/>
                    </a:cubicBezTo>
                    <a:cubicBezTo>
                      <a:pt x="6717" y="5250"/>
                      <a:pt x="6758" y="5253"/>
                      <a:pt x="6800" y="5253"/>
                    </a:cubicBezTo>
                    <a:cubicBezTo>
                      <a:pt x="7313" y="5253"/>
                      <a:pt x="7810" y="4963"/>
                      <a:pt x="8044" y="4465"/>
                    </a:cubicBezTo>
                    <a:cubicBezTo>
                      <a:pt x="8368" y="3779"/>
                      <a:pt x="8072" y="2961"/>
                      <a:pt x="7386" y="2636"/>
                    </a:cubicBezTo>
                    <a:lnTo>
                      <a:pt x="2080" y="132"/>
                    </a:lnTo>
                    <a:cubicBezTo>
                      <a:pt x="1892" y="44"/>
                      <a:pt x="1694" y="1"/>
                      <a:pt x="14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8" name="Google Shape;1388;p55"/>
            <p:cNvGrpSpPr/>
            <p:nvPr/>
          </p:nvGrpSpPr>
          <p:grpSpPr>
            <a:xfrm>
              <a:off x="7888688" y="4035925"/>
              <a:ext cx="101500" cy="101550"/>
              <a:chOff x="4671750" y="3446925"/>
              <a:chExt cx="101500" cy="101550"/>
            </a:xfrm>
          </p:grpSpPr>
          <p:sp>
            <p:nvSpPr>
              <p:cNvPr id="1389" name="Google Shape;1389;p55"/>
              <p:cNvSpPr/>
              <p:nvPr/>
            </p:nvSpPr>
            <p:spPr>
              <a:xfrm>
                <a:off x="4671750" y="3489575"/>
                <a:ext cx="101500" cy="16225"/>
              </a:xfrm>
              <a:custGeom>
                <a:avLst/>
                <a:gdLst/>
                <a:ahLst/>
                <a:cxnLst/>
                <a:rect l="l" t="t" r="r" b="b"/>
                <a:pathLst>
                  <a:path w="4060" h="649" extrusionOk="0">
                    <a:moveTo>
                      <a:pt x="324" y="1"/>
                    </a:moveTo>
                    <a:cubicBezTo>
                      <a:pt x="144" y="1"/>
                      <a:pt x="0" y="146"/>
                      <a:pt x="0" y="324"/>
                    </a:cubicBezTo>
                    <a:cubicBezTo>
                      <a:pt x="0" y="504"/>
                      <a:pt x="144" y="648"/>
                      <a:pt x="324" y="648"/>
                    </a:cubicBezTo>
                    <a:lnTo>
                      <a:pt x="3736" y="648"/>
                    </a:lnTo>
                    <a:cubicBezTo>
                      <a:pt x="3916" y="648"/>
                      <a:pt x="4060" y="505"/>
                      <a:pt x="4060" y="324"/>
                    </a:cubicBezTo>
                    <a:cubicBezTo>
                      <a:pt x="4060" y="146"/>
                      <a:pt x="3916" y="1"/>
                      <a:pt x="37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55"/>
              <p:cNvSpPr/>
              <p:nvPr/>
            </p:nvSpPr>
            <p:spPr>
              <a:xfrm>
                <a:off x="4714350" y="3446925"/>
                <a:ext cx="16225" cy="101550"/>
              </a:xfrm>
              <a:custGeom>
                <a:avLst/>
                <a:gdLst/>
                <a:ahLst/>
                <a:cxnLst/>
                <a:rect l="l" t="t" r="r" b="b"/>
                <a:pathLst>
                  <a:path w="649" h="4062" extrusionOk="0">
                    <a:moveTo>
                      <a:pt x="325" y="1"/>
                    </a:moveTo>
                    <a:cubicBezTo>
                      <a:pt x="146" y="1"/>
                      <a:pt x="1" y="146"/>
                      <a:pt x="1" y="324"/>
                    </a:cubicBezTo>
                    <a:lnTo>
                      <a:pt x="1" y="3738"/>
                    </a:lnTo>
                    <a:cubicBezTo>
                      <a:pt x="1" y="3917"/>
                      <a:pt x="146" y="4062"/>
                      <a:pt x="325" y="4062"/>
                    </a:cubicBezTo>
                    <a:cubicBezTo>
                      <a:pt x="506" y="4062"/>
                      <a:pt x="648" y="3917"/>
                      <a:pt x="648" y="3738"/>
                    </a:cubicBezTo>
                    <a:lnTo>
                      <a:pt x="648" y="324"/>
                    </a:lnTo>
                    <a:cubicBezTo>
                      <a:pt x="648" y="146"/>
                      <a:pt x="504" y="1"/>
                      <a:pt x="3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1" name="Google Shape;1391;p55"/>
            <p:cNvGrpSpPr/>
            <p:nvPr/>
          </p:nvGrpSpPr>
          <p:grpSpPr>
            <a:xfrm>
              <a:off x="5570238" y="3525525"/>
              <a:ext cx="101500" cy="101550"/>
              <a:chOff x="4671750" y="3446925"/>
              <a:chExt cx="101500" cy="101550"/>
            </a:xfrm>
          </p:grpSpPr>
          <p:sp>
            <p:nvSpPr>
              <p:cNvPr id="1392" name="Google Shape;1392;p55"/>
              <p:cNvSpPr/>
              <p:nvPr/>
            </p:nvSpPr>
            <p:spPr>
              <a:xfrm>
                <a:off x="4671750" y="3489575"/>
                <a:ext cx="101500" cy="16225"/>
              </a:xfrm>
              <a:custGeom>
                <a:avLst/>
                <a:gdLst/>
                <a:ahLst/>
                <a:cxnLst/>
                <a:rect l="l" t="t" r="r" b="b"/>
                <a:pathLst>
                  <a:path w="4060" h="649" extrusionOk="0">
                    <a:moveTo>
                      <a:pt x="324" y="1"/>
                    </a:moveTo>
                    <a:cubicBezTo>
                      <a:pt x="144" y="1"/>
                      <a:pt x="0" y="146"/>
                      <a:pt x="0" y="324"/>
                    </a:cubicBezTo>
                    <a:cubicBezTo>
                      <a:pt x="0" y="504"/>
                      <a:pt x="144" y="648"/>
                      <a:pt x="324" y="648"/>
                    </a:cubicBezTo>
                    <a:lnTo>
                      <a:pt x="3736" y="648"/>
                    </a:lnTo>
                    <a:cubicBezTo>
                      <a:pt x="3916" y="648"/>
                      <a:pt x="4060" y="505"/>
                      <a:pt x="4060" y="324"/>
                    </a:cubicBezTo>
                    <a:cubicBezTo>
                      <a:pt x="4060" y="146"/>
                      <a:pt x="3916" y="1"/>
                      <a:pt x="37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55"/>
              <p:cNvSpPr/>
              <p:nvPr/>
            </p:nvSpPr>
            <p:spPr>
              <a:xfrm>
                <a:off x="4714350" y="3446925"/>
                <a:ext cx="16225" cy="101550"/>
              </a:xfrm>
              <a:custGeom>
                <a:avLst/>
                <a:gdLst/>
                <a:ahLst/>
                <a:cxnLst/>
                <a:rect l="l" t="t" r="r" b="b"/>
                <a:pathLst>
                  <a:path w="649" h="4062" extrusionOk="0">
                    <a:moveTo>
                      <a:pt x="325" y="1"/>
                    </a:moveTo>
                    <a:cubicBezTo>
                      <a:pt x="146" y="1"/>
                      <a:pt x="1" y="146"/>
                      <a:pt x="1" y="324"/>
                    </a:cubicBezTo>
                    <a:lnTo>
                      <a:pt x="1" y="3738"/>
                    </a:lnTo>
                    <a:cubicBezTo>
                      <a:pt x="1" y="3917"/>
                      <a:pt x="146" y="4062"/>
                      <a:pt x="325" y="4062"/>
                    </a:cubicBezTo>
                    <a:cubicBezTo>
                      <a:pt x="506" y="4062"/>
                      <a:pt x="648" y="3917"/>
                      <a:pt x="648" y="3738"/>
                    </a:cubicBezTo>
                    <a:lnTo>
                      <a:pt x="648" y="324"/>
                    </a:lnTo>
                    <a:cubicBezTo>
                      <a:pt x="648" y="146"/>
                      <a:pt x="504" y="1"/>
                      <a:pt x="3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 name="Rectangle: Rounded Corners 5">
            <a:extLst>
              <a:ext uri="{FF2B5EF4-FFF2-40B4-BE49-F238E27FC236}">
                <a16:creationId xmlns:a16="http://schemas.microsoft.com/office/drawing/2014/main" id="{91848EEB-DC7E-A794-A4A0-2763DF178A10}"/>
              </a:ext>
            </a:extLst>
          </p:cNvPr>
          <p:cNvSpPr/>
          <p:nvPr/>
        </p:nvSpPr>
        <p:spPr>
          <a:xfrm>
            <a:off x="787585" y="3629922"/>
            <a:ext cx="4361675" cy="717994"/>
          </a:xfrm>
          <a:prstGeom prst="roundRect">
            <a:avLst/>
          </a:prstGeom>
          <a:solidFill>
            <a:srgbClr val="F1E0DA"/>
          </a:solidFill>
          <a:ln>
            <a:noFill/>
          </a:ln>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theme/theme1.xml><?xml version="1.0" encoding="utf-8"?>
<a:theme xmlns:a="http://schemas.openxmlformats.org/drawingml/2006/main" name="Technology Bundle by Slidesgo">
  <a:themeElements>
    <a:clrScheme name="Simple Light">
      <a:dk1>
        <a:srgbClr val="202237"/>
      </a:dk1>
      <a:lt1>
        <a:srgbClr val="FFFFFF"/>
      </a:lt1>
      <a:dk2>
        <a:srgbClr val="252A51"/>
      </a:dk2>
      <a:lt2>
        <a:srgbClr val="F1E0DA"/>
      </a:lt2>
      <a:accent1>
        <a:srgbClr val="D6C3BD"/>
      </a:accent1>
      <a:accent2>
        <a:srgbClr val="EFEFEF"/>
      </a:accent2>
      <a:accent3>
        <a:srgbClr val="E8A19D"/>
      </a:accent3>
      <a:accent4>
        <a:srgbClr val="FF2C58"/>
      </a:accent4>
      <a:accent5>
        <a:srgbClr val="A00A35"/>
      </a:accent5>
      <a:accent6>
        <a:srgbClr val="630216"/>
      </a:accent6>
      <a:hlink>
        <a:srgbClr val="20223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317</Words>
  <Application>Microsoft Office PowerPoint</Application>
  <PresentationFormat>On-screen Show (16:9)</PresentationFormat>
  <Paragraphs>54</Paragraphs>
  <Slides>16</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Didact Gothic</vt:lpstr>
      <vt:lpstr>Oswald</vt:lpstr>
      <vt:lpstr>Arial</vt:lpstr>
      <vt:lpstr>Technology Bundle by Slidesgo</vt:lpstr>
      <vt:lpstr>Système de gestion de location de voitures</vt:lpstr>
      <vt:lpstr>INTRODUCTION</vt:lpstr>
      <vt:lpstr>COMMENT GÉRER UNE AGENCE ?</vt:lpstr>
      <vt:lpstr>INTRODUCTION GENERALE</vt:lpstr>
      <vt:lpstr>CONTEXTE</vt:lpstr>
      <vt:lpstr>ANALYSE DES STRUCTURES ET DES TARIFS</vt:lpstr>
      <vt:lpstr>ANALYSE DES STRUCTURES</vt:lpstr>
      <vt:lpstr>ANALYSE DES TARIFS </vt:lpstr>
      <vt:lpstr>FONCTIONS DE CALCUL ET D’ENREGISTREMENT</vt:lpstr>
      <vt:lpstr>FONCTIONS DE CALCUL</vt:lpstr>
      <vt:lpstr>FONCTIONS D’ENREGISTREMENT</vt:lpstr>
      <vt:lpstr>FONCTIONS DE TRI, RAPPORT ET MODIFICATION</vt:lpstr>
      <vt:lpstr>FONCTIONS DE TRI</vt:lpstr>
      <vt:lpstr>RAPPORT ET MODIFICATION</vt:lpstr>
      <vt:lpstr>EXEMPLE D’EXECUTION</vt:lpstr>
      <vt:lpstr>MERCI POUR VOTRE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Sabrine Medkouri-Zidi</dc:creator>
  <cp:lastModifiedBy>Sabrine Medkouri-Zidi</cp:lastModifiedBy>
  <cp:revision>2</cp:revision>
  <dcterms:modified xsi:type="dcterms:W3CDTF">2026-05-13T01:35:27Z</dcterms:modified>
</cp:coreProperties>
</file>